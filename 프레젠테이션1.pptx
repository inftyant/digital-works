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0C6E2-A683-4B04-A91B-7959DBADE9D0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E1359-60CE-4FAF-956A-FB59A917D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05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E1359-60CE-4FAF-956A-FB59A917DF8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150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B18D-4AAC-5606-0BF9-D14FD7F3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736E13-81F2-9077-5B44-BEA70D43B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E3FD9D-05E1-9ED4-32BD-330024A5E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A3AFB-67D5-A510-57A4-EF552C291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E1359-60CE-4FAF-956A-FB59A917DF8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163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8182-CD74-CA28-1700-1A3A6F04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8B0E10-307D-11E3-41E3-7B57EEAB3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77335F-CBC0-D1FD-B4F2-08A83EA86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00FD80-7229-FFB5-B0EC-ABA4C8E4D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E1359-60CE-4FAF-956A-FB59A917DF8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46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720FA-C6FB-1C83-32D3-B77DB313E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9834-D5A5-AF82-C800-BD99C943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35391-1F31-012C-A9C7-51C478FA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14687-8CD9-B863-0815-AF4F2EE5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AA3F4-D362-FAE2-EA97-5CCC32A0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92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78AEF-4594-8E52-1C81-AD323561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7555BC-D486-965A-7FE9-1B4811C06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D773D7-DD28-6F59-1D62-1EB880CC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05C440-5198-9C23-8525-0C7369E0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5B87F-7BFA-5A7D-CB7B-9BBD0183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30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CEF5A-0462-AB15-36B1-1E73D264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D17ED6-E9E1-BE58-FACA-71FC66BC2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B66CF-2AAA-1988-C52A-ADBFDB1FF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14714-09E2-1423-6C86-5CB733A7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30A50-4CBB-144C-9760-9C7A3BDA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712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6561D-5F71-CE0D-83D5-618D68E1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D88ED1-B540-B079-BB93-584C3D206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5CE55-5DA2-141E-9B31-E0730E06C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0B2208-2CB5-2F7A-0632-7DEE04A6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9B1011-43BB-8F21-EEE4-1E07230F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A28601-2981-4F38-E147-C0D47C36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7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79BE2-7CEE-6F93-A87C-3C02FD6F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077026-594D-B52F-A481-2CE03C3FC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BE1C4-3F5F-6E67-E496-BFC44A0C9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6D4561-3A9D-4704-1079-AAA51D560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56F158-2195-689D-7FCF-EEA726623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332CB4-5C2B-8C93-A87D-330DF029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4083EE-B7C5-1439-DA0A-B92B0AFC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91CB59-A371-FA92-9F8C-E75ACF784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1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8C492-9A37-CABB-2BCC-8324F7E2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848152-39AF-1A19-AF18-4E2C66D6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C5F8F6-6E21-D70B-38FA-43B2AE0E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F748AB-0980-1757-7E43-D973FF59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74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07CED7-F211-4F93-0E0F-4ADA09EE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2916F3-D5EE-7B26-86AD-AD23B8AA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6BD58-4706-DCFE-7820-01666000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48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6A093-B928-E3DD-0538-1F3865AD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55F9F-2016-407E-52C4-1C11D56F6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C51099-94DE-0743-D489-070D591FC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63CA9F-9130-B32A-DAFA-F52DE9D47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CE7EB1-1CCB-D022-BDE1-C97D2F44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036800-5A5A-A8AC-9F03-77F83B27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60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61E53-A0E0-8525-6DD0-1241C076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61EEA1-C28A-F0A2-9CC3-51AE4ECAC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F7C10A-2C24-C8B2-EFD6-866A63027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515C89-87B3-CDEB-B4DF-0DB0E7C9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58A56A-9594-7420-8B45-6DE35FF1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AA3F06-4DBE-5B0E-7AAA-C4BF1E65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621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CE1CC-164F-638E-782B-B24875694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720C46-8208-59AC-627C-4B31F20B7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46D03-B7E5-F06B-92DF-153B0140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C40237-9312-E47E-E15D-07BBD62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A6A2E-1A52-C25E-F260-3F0DE108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945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F8FA9C-AD6D-03CE-2BEE-E8C8A65F7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D3084B-C75C-6926-3FA2-B5936B443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3E157-C247-F520-8510-7235F82E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9649B9-6BE0-D2EF-D275-7F937F011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0786A9-BB50-CF96-5722-6F648209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04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0D7E23-C4FB-79AC-75AA-380203CEB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50A0A-F4DC-7A22-83A4-49B75AC0F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166C0-64F7-B638-6A19-16AC58463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8E042-BE45-4FF1-A1E6-FDEB5BF4487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D0C471-BF51-A918-AFF5-6504E2236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B62A3-3559-3170-7549-624996DC4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564FE-F109-4712-8EC7-F034AEF577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78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488A788-E652-39FF-A6D1-62145D1D81E7}"/>
              </a:ext>
            </a:extLst>
          </p:cNvPr>
          <p:cNvSpPr/>
          <p:nvPr/>
        </p:nvSpPr>
        <p:spPr>
          <a:xfrm>
            <a:off x="1664175" y="2753587"/>
            <a:ext cx="3114900" cy="504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014B7B42-A452-658D-FCBB-A1F5DCF26CBE}"/>
              </a:ext>
            </a:extLst>
          </p:cNvPr>
          <p:cNvSpPr/>
          <p:nvPr/>
        </p:nvSpPr>
        <p:spPr>
          <a:xfrm>
            <a:off x="18000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64944EF-FB9A-E012-B2A6-B723324277E6}"/>
              </a:ext>
            </a:extLst>
          </p:cNvPr>
          <p:cNvSpPr/>
          <p:nvPr/>
        </p:nvSpPr>
        <p:spPr>
          <a:xfrm>
            <a:off x="21600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57ABD8F-235F-7B1B-31E5-2EA8DCC8FD6E}"/>
              </a:ext>
            </a:extLst>
          </p:cNvPr>
          <p:cNvSpPr/>
          <p:nvPr/>
        </p:nvSpPr>
        <p:spPr>
          <a:xfrm>
            <a:off x="25429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FC07B2A-854A-3366-C4A9-0AC931CB36CB}"/>
              </a:ext>
            </a:extLst>
          </p:cNvPr>
          <p:cNvSpPr/>
          <p:nvPr/>
        </p:nvSpPr>
        <p:spPr>
          <a:xfrm>
            <a:off x="29029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214CE12-F2F9-4CA9-D375-F359DE388BEE}"/>
              </a:ext>
            </a:extLst>
          </p:cNvPr>
          <p:cNvSpPr/>
          <p:nvPr/>
        </p:nvSpPr>
        <p:spPr>
          <a:xfrm>
            <a:off x="32859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4364978-E5E2-AD1F-AF1D-B507D0E916B5}"/>
              </a:ext>
            </a:extLst>
          </p:cNvPr>
          <p:cNvSpPr/>
          <p:nvPr/>
        </p:nvSpPr>
        <p:spPr>
          <a:xfrm>
            <a:off x="36459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27EDE40-C26A-9F80-790A-122C123C494A}"/>
              </a:ext>
            </a:extLst>
          </p:cNvPr>
          <p:cNvSpPr/>
          <p:nvPr/>
        </p:nvSpPr>
        <p:spPr>
          <a:xfrm>
            <a:off x="40288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105F321-25C5-6372-196F-41D20DD3D169}"/>
              </a:ext>
            </a:extLst>
          </p:cNvPr>
          <p:cNvSpPr/>
          <p:nvPr/>
        </p:nvSpPr>
        <p:spPr>
          <a:xfrm>
            <a:off x="43888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16C10E0-A5CA-4DFE-EB07-981204326F97}"/>
              </a:ext>
            </a:extLst>
          </p:cNvPr>
          <p:cNvCxnSpPr>
            <a:cxnSpLocks/>
          </p:cNvCxnSpPr>
          <p:nvPr/>
        </p:nvCxnSpPr>
        <p:spPr>
          <a:xfrm flipH="1">
            <a:off x="1611675" y="2504645"/>
            <a:ext cx="3167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06A4702-10E0-B27D-A183-9DB1FC78A151}"/>
              </a:ext>
            </a:extLst>
          </p:cNvPr>
          <p:cNvCxnSpPr>
            <a:cxnSpLocks/>
          </p:cNvCxnSpPr>
          <p:nvPr/>
        </p:nvCxnSpPr>
        <p:spPr>
          <a:xfrm>
            <a:off x="4543425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D7FC5BA-798E-2A11-C6E4-FA348829583A}"/>
              </a:ext>
            </a:extLst>
          </p:cNvPr>
          <p:cNvCxnSpPr/>
          <p:nvPr/>
        </p:nvCxnSpPr>
        <p:spPr>
          <a:xfrm>
            <a:off x="5143500" y="2753587"/>
            <a:ext cx="0" cy="504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DD6A12F-6D02-F15E-E4F1-F02F4C8ECDD6}"/>
              </a:ext>
            </a:extLst>
          </p:cNvPr>
          <p:cNvSpPr txBox="1"/>
          <p:nvPr/>
        </p:nvSpPr>
        <p:spPr>
          <a:xfrm>
            <a:off x="5249137" y="2770912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7DC44EF-CA87-8F67-9D37-70871980B4B3}"/>
              </a:ext>
            </a:extLst>
          </p:cNvPr>
          <p:cNvCxnSpPr>
            <a:cxnSpLocks/>
          </p:cNvCxnSpPr>
          <p:nvPr/>
        </p:nvCxnSpPr>
        <p:spPr>
          <a:xfrm flipH="1">
            <a:off x="1664175" y="2085975"/>
            <a:ext cx="31149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76F1239-82FF-690D-F632-F33214E22CF3}"/>
              </a:ext>
            </a:extLst>
          </p:cNvPr>
          <p:cNvSpPr txBox="1"/>
          <p:nvPr/>
        </p:nvSpPr>
        <p:spPr>
          <a:xfrm>
            <a:off x="2871787" y="1573338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 x n</a:t>
            </a:r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87CA4184-05E6-393C-2037-DAC6B30E4086}"/>
              </a:ext>
            </a:extLst>
          </p:cNvPr>
          <p:cNvCxnSpPr/>
          <p:nvPr/>
        </p:nvCxnSpPr>
        <p:spPr>
          <a:xfrm>
            <a:off x="5143500" y="3243693"/>
            <a:ext cx="0" cy="504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9A4EDF5-C0A1-7DE1-880A-D0B37DBAC91F}"/>
              </a:ext>
            </a:extLst>
          </p:cNvPr>
          <p:cNvSpPr txBox="1"/>
          <p:nvPr/>
        </p:nvSpPr>
        <p:spPr>
          <a:xfrm>
            <a:off x="5249137" y="3244334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465B584-4010-31B9-E1AF-A5BB1F82B21D}"/>
              </a:ext>
            </a:extLst>
          </p:cNvPr>
          <p:cNvCxnSpPr>
            <a:cxnSpLocks/>
          </p:cNvCxnSpPr>
          <p:nvPr/>
        </p:nvCxnSpPr>
        <p:spPr>
          <a:xfrm>
            <a:off x="4173900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A874E3E-5535-40BB-1A1F-814D9073D57C}"/>
              </a:ext>
            </a:extLst>
          </p:cNvPr>
          <p:cNvCxnSpPr>
            <a:cxnSpLocks/>
          </p:cNvCxnSpPr>
          <p:nvPr/>
        </p:nvCxnSpPr>
        <p:spPr>
          <a:xfrm>
            <a:off x="3800475" y="3269438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C78FE23-2569-5806-7F1B-0A39C8ED2FFD}"/>
              </a:ext>
            </a:extLst>
          </p:cNvPr>
          <p:cNvCxnSpPr>
            <a:cxnSpLocks/>
          </p:cNvCxnSpPr>
          <p:nvPr/>
        </p:nvCxnSpPr>
        <p:spPr>
          <a:xfrm>
            <a:off x="3411900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84AC79C-7FB8-05D7-4236-F668651015C9}"/>
              </a:ext>
            </a:extLst>
          </p:cNvPr>
          <p:cNvCxnSpPr>
            <a:cxnSpLocks/>
          </p:cNvCxnSpPr>
          <p:nvPr/>
        </p:nvCxnSpPr>
        <p:spPr>
          <a:xfrm>
            <a:off x="3028950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83171F0-1BBE-9444-7017-9E2AE1F17F9A}"/>
              </a:ext>
            </a:extLst>
          </p:cNvPr>
          <p:cNvCxnSpPr>
            <a:cxnSpLocks/>
          </p:cNvCxnSpPr>
          <p:nvPr/>
        </p:nvCxnSpPr>
        <p:spPr>
          <a:xfrm>
            <a:off x="2659425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39D3819-6C1B-7F5B-DD4F-5117E8F75464}"/>
              </a:ext>
            </a:extLst>
          </p:cNvPr>
          <p:cNvCxnSpPr>
            <a:cxnSpLocks/>
          </p:cNvCxnSpPr>
          <p:nvPr/>
        </p:nvCxnSpPr>
        <p:spPr>
          <a:xfrm>
            <a:off x="2286000" y="3254720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4BF69C0-7051-0B28-2BB7-D6D9D4D230A7}"/>
              </a:ext>
            </a:extLst>
          </p:cNvPr>
          <p:cNvCxnSpPr>
            <a:cxnSpLocks/>
          </p:cNvCxnSpPr>
          <p:nvPr/>
        </p:nvCxnSpPr>
        <p:spPr>
          <a:xfrm>
            <a:off x="1897425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FDBA41A-7617-4CBD-4E31-4AE53E4F58C2}"/>
              </a:ext>
            </a:extLst>
          </p:cNvPr>
          <p:cNvCxnSpPr>
            <a:cxnSpLocks/>
          </p:cNvCxnSpPr>
          <p:nvPr/>
        </p:nvCxnSpPr>
        <p:spPr>
          <a:xfrm flipH="1" flipV="1">
            <a:off x="1664175" y="3744826"/>
            <a:ext cx="261825" cy="11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9D1859F-78F8-1623-D58A-4E458C5366E1}"/>
              </a:ext>
            </a:extLst>
          </p:cNvPr>
          <p:cNvSpPr txBox="1"/>
          <p:nvPr/>
        </p:nvSpPr>
        <p:spPr>
          <a:xfrm>
            <a:off x="1611675" y="3804978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8F63ABA-2978-0B39-D3EA-C009CE949C06}"/>
              </a:ext>
            </a:extLst>
          </p:cNvPr>
          <p:cNvCxnSpPr>
            <a:cxnSpLocks/>
          </p:cNvCxnSpPr>
          <p:nvPr/>
        </p:nvCxnSpPr>
        <p:spPr>
          <a:xfrm>
            <a:off x="1926000" y="3755852"/>
            <a:ext cx="360000" cy="123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AB0E67A-CE5B-F0CA-1D05-6BDCD631B7AF}"/>
              </a:ext>
            </a:extLst>
          </p:cNvPr>
          <p:cNvSpPr txBox="1"/>
          <p:nvPr/>
        </p:nvSpPr>
        <p:spPr>
          <a:xfrm>
            <a:off x="1935525" y="3785286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897AC92-A280-CD17-A764-414F0CB2EF7A}"/>
              </a:ext>
            </a:extLst>
          </p:cNvPr>
          <p:cNvCxnSpPr>
            <a:cxnSpLocks/>
          </p:cNvCxnSpPr>
          <p:nvPr/>
        </p:nvCxnSpPr>
        <p:spPr>
          <a:xfrm flipV="1">
            <a:off x="1476000" y="2493619"/>
            <a:ext cx="0" cy="3110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F29CF75-B370-5BB8-6589-F513160E2338}"/>
              </a:ext>
            </a:extLst>
          </p:cNvPr>
          <p:cNvSpPr txBox="1"/>
          <p:nvPr/>
        </p:nvSpPr>
        <p:spPr>
          <a:xfrm>
            <a:off x="1087370" y="2464487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46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B884-3803-2D46-2A86-25CF69B1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0210C6D0-ECF5-2D74-6461-59A576BB4B28}"/>
              </a:ext>
            </a:extLst>
          </p:cNvPr>
          <p:cNvSpPr/>
          <p:nvPr/>
        </p:nvSpPr>
        <p:spPr>
          <a:xfrm>
            <a:off x="18000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9D860D3-92B0-4CF3-5D9D-36EF639A60B6}"/>
              </a:ext>
            </a:extLst>
          </p:cNvPr>
          <p:cNvSpPr/>
          <p:nvPr/>
        </p:nvSpPr>
        <p:spPr>
          <a:xfrm>
            <a:off x="21600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DF08FEF-58BF-D46B-6EF0-D81C465578B4}"/>
              </a:ext>
            </a:extLst>
          </p:cNvPr>
          <p:cNvSpPr/>
          <p:nvPr/>
        </p:nvSpPr>
        <p:spPr>
          <a:xfrm>
            <a:off x="25429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DCA58F7-B48A-DF6E-CFC4-5AF24360169D}"/>
              </a:ext>
            </a:extLst>
          </p:cNvPr>
          <p:cNvSpPr/>
          <p:nvPr/>
        </p:nvSpPr>
        <p:spPr>
          <a:xfrm>
            <a:off x="29029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CAA85F2-863D-4CA7-C271-8A7A6C3E9A78}"/>
              </a:ext>
            </a:extLst>
          </p:cNvPr>
          <p:cNvSpPr/>
          <p:nvPr/>
        </p:nvSpPr>
        <p:spPr>
          <a:xfrm>
            <a:off x="32859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F38CA59-DD8E-B349-52E5-89F9C6670FA3}"/>
              </a:ext>
            </a:extLst>
          </p:cNvPr>
          <p:cNvSpPr/>
          <p:nvPr/>
        </p:nvSpPr>
        <p:spPr>
          <a:xfrm>
            <a:off x="36459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C3B856F-9292-D2EE-B8D3-4463340D2C0C}"/>
              </a:ext>
            </a:extLst>
          </p:cNvPr>
          <p:cNvSpPr/>
          <p:nvPr/>
        </p:nvSpPr>
        <p:spPr>
          <a:xfrm>
            <a:off x="40288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7ED4C08-0273-3EA4-837E-17088913AC42}"/>
              </a:ext>
            </a:extLst>
          </p:cNvPr>
          <p:cNvSpPr/>
          <p:nvPr/>
        </p:nvSpPr>
        <p:spPr>
          <a:xfrm>
            <a:off x="43888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B2FDC20-060A-774A-89B8-8FC979440EC6}"/>
              </a:ext>
            </a:extLst>
          </p:cNvPr>
          <p:cNvCxnSpPr>
            <a:cxnSpLocks/>
          </p:cNvCxnSpPr>
          <p:nvPr/>
        </p:nvCxnSpPr>
        <p:spPr>
          <a:xfrm flipH="1">
            <a:off x="1611675" y="2504645"/>
            <a:ext cx="3167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11CF3F7-2062-2208-A756-172AD3B242EC}"/>
              </a:ext>
            </a:extLst>
          </p:cNvPr>
          <p:cNvCxnSpPr>
            <a:cxnSpLocks/>
          </p:cNvCxnSpPr>
          <p:nvPr/>
        </p:nvCxnSpPr>
        <p:spPr>
          <a:xfrm>
            <a:off x="4543425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6BF4DFE-14E8-16B4-3043-0884A3E28779}"/>
              </a:ext>
            </a:extLst>
          </p:cNvPr>
          <p:cNvCxnSpPr/>
          <p:nvPr/>
        </p:nvCxnSpPr>
        <p:spPr>
          <a:xfrm>
            <a:off x="5143500" y="2753587"/>
            <a:ext cx="0" cy="504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51C4F87-A3D9-70C1-2E63-FF5F5E4B5C6E}"/>
              </a:ext>
            </a:extLst>
          </p:cNvPr>
          <p:cNvSpPr txBox="1"/>
          <p:nvPr/>
        </p:nvSpPr>
        <p:spPr>
          <a:xfrm>
            <a:off x="5249137" y="2770912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50C9DB0-8304-10E0-1941-F538C04DE587}"/>
              </a:ext>
            </a:extLst>
          </p:cNvPr>
          <p:cNvCxnSpPr>
            <a:cxnSpLocks/>
          </p:cNvCxnSpPr>
          <p:nvPr/>
        </p:nvCxnSpPr>
        <p:spPr>
          <a:xfrm flipH="1">
            <a:off x="1664175" y="2085975"/>
            <a:ext cx="31149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941BEE0-F489-A912-3569-A7785E4BAC24}"/>
              </a:ext>
            </a:extLst>
          </p:cNvPr>
          <p:cNvSpPr txBox="1"/>
          <p:nvPr/>
        </p:nvSpPr>
        <p:spPr>
          <a:xfrm>
            <a:off x="2871787" y="1573338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 x n</a:t>
            </a:r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8AA70B9-7885-EB85-84A0-DED8251701CA}"/>
              </a:ext>
            </a:extLst>
          </p:cNvPr>
          <p:cNvCxnSpPr/>
          <p:nvPr/>
        </p:nvCxnSpPr>
        <p:spPr>
          <a:xfrm>
            <a:off x="5143500" y="3243693"/>
            <a:ext cx="0" cy="504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14F381A-C5CD-C08F-EB58-7984D851303A}"/>
              </a:ext>
            </a:extLst>
          </p:cNvPr>
          <p:cNvSpPr txBox="1"/>
          <p:nvPr/>
        </p:nvSpPr>
        <p:spPr>
          <a:xfrm>
            <a:off x="5249137" y="3244334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DA5F5A0-6C55-89DE-D385-7304B99C8FDA}"/>
              </a:ext>
            </a:extLst>
          </p:cNvPr>
          <p:cNvCxnSpPr>
            <a:cxnSpLocks/>
          </p:cNvCxnSpPr>
          <p:nvPr/>
        </p:nvCxnSpPr>
        <p:spPr>
          <a:xfrm>
            <a:off x="4173900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F6B5B76-5BFF-7ED4-7393-12B0C5E19141}"/>
              </a:ext>
            </a:extLst>
          </p:cNvPr>
          <p:cNvCxnSpPr>
            <a:cxnSpLocks/>
          </p:cNvCxnSpPr>
          <p:nvPr/>
        </p:nvCxnSpPr>
        <p:spPr>
          <a:xfrm>
            <a:off x="3800475" y="3269438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53E888C4-8D4F-97D4-216C-911BE1507EFB}"/>
              </a:ext>
            </a:extLst>
          </p:cNvPr>
          <p:cNvCxnSpPr>
            <a:cxnSpLocks/>
          </p:cNvCxnSpPr>
          <p:nvPr/>
        </p:nvCxnSpPr>
        <p:spPr>
          <a:xfrm>
            <a:off x="3411900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79B23D4-B487-BBE5-BACF-44A1EA4205D0}"/>
              </a:ext>
            </a:extLst>
          </p:cNvPr>
          <p:cNvCxnSpPr>
            <a:cxnSpLocks/>
          </p:cNvCxnSpPr>
          <p:nvPr/>
        </p:nvCxnSpPr>
        <p:spPr>
          <a:xfrm>
            <a:off x="3028950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1CD434B-B1BB-9518-6809-366176259EA2}"/>
              </a:ext>
            </a:extLst>
          </p:cNvPr>
          <p:cNvCxnSpPr>
            <a:cxnSpLocks/>
          </p:cNvCxnSpPr>
          <p:nvPr/>
        </p:nvCxnSpPr>
        <p:spPr>
          <a:xfrm>
            <a:off x="2659425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D3DB40E-78B3-22A1-5FFF-A66B8480F53F}"/>
              </a:ext>
            </a:extLst>
          </p:cNvPr>
          <p:cNvCxnSpPr>
            <a:cxnSpLocks/>
          </p:cNvCxnSpPr>
          <p:nvPr/>
        </p:nvCxnSpPr>
        <p:spPr>
          <a:xfrm>
            <a:off x="2286000" y="3254720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3A11C657-9942-0BAF-FAB8-1491DC208F22}"/>
              </a:ext>
            </a:extLst>
          </p:cNvPr>
          <p:cNvCxnSpPr>
            <a:cxnSpLocks/>
          </p:cNvCxnSpPr>
          <p:nvPr/>
        </p:nvCxnSpPr>
        <p:spPr>
          <a:xfrm>
            <a:off x="1897425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DF2AFCF-38DB-0F63-3E93-EC81CB4F70BB}"/>
              </a:ext>
            </a:extLst>
          </p:cNvPr>
          <p:cNvCxnSpPr>
            <a:cxnSpLocks/>
          </p:cNvCxnSpPr>
          <p:nvPr/>
        </p:nvCxnSpPr>
        <p:spPr>
          <a:xfrm flipH="1" flipV="1">
            <a:off x="1664175" y="3744826"/>
            <a:ext cx="261825" cy="11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58C4952-B3C5-BD9A-8B39-962A36AE8762}"/>
              </a:ext>
            </a:extLst>
          </p:cNvPr>
          <p:cNvSpPr txBox="1"/>
          <p:nvPr/>
        </p:nvSpPr>
        <p:spPr>
          <a:xfrm>
            <a:off x="1611675" y="3804978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23761FB-E8B2-1193-D569-42FCA326755E}"/>
              </a:ext>
            </a:extLst>
          </p:cNvPr>
          <p:cNvCxnSpPr>
            <a:cxnSpLocks/>
          </p:cNvCxnSpPr>
          <p:nvPr/>
        </p:nvCxnSpPr>
        <p:spPr>
          <a:xfrm>
            <a:off x="1926000" y="3755852"/>
            <a:ext cx="360000" cy="123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1816156-62D7-C366-88D6-B3DDD1643595}"/>
              </a:ext>
            </a:extLst>
          </p:cNvPr>
          <p:cNvSpPr txBox="1"/>
          <p:nvPr/>
        </p:nvSpPr>
        <p:spPr>
          <a:xfrm>
            <a:off x="1935525" y="3785286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B32AD24-C364-D71B-2A11-0FCD7B3D7D2C}"/>
              </a:ext>
            </a:extLst>
          </p:cNvPr>
          <p:cNvCxnSpPr>
            <a:cxnSpLocks/>
          </p:cNvCxnSpPr>
          <p:nvPr/>
        </p:nvCxnSpPr>
        <p:spPr>
          <a:xfrm flipV="1">
            <a:off x="1476000" y="2493619"/>
            <a:ext cx="0" cy="3110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A7F00CF-28BB-22F8-8EEC-32AEF3EEA3B7}"/>
              </a:ext>
            </a:extLst>
          </p:cNvPr>
          <p:cNvSpPr txBox="1"/>
          <p:nvPr/>
        </p:nvSpPr>
        <p:spPr>
          <a:xfrm>
            <a:off x="1087370" y="2464487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BCD4E3E-6C4A-53CE-C63A-073A0F1588E1}"/>
              </a:ext>
            </a:extLst>
          </p:cNvPr>
          <p:cNvSpPr/>
          <p:nvPr/>
        </p:nvSpPr>
        <p:spPr>
          <a:xfrm>
            <a:off x="1649299" y="2753587"/>
            <a:ext cx="3141818" cy="504825"/>
          </a:xfrm>
          <a:custGeom>
            <a:avLst/>
            <a:gdLst>
              <a:gd name="csX0" fmla="*/ 255045 w 3141818"/>
              <a:gd name="csY0" fmla="*/ 0 h 504825"/>
              <a:gd name="csX1" fmla="*/ 2886773 w 3141818"/>
              <a:gd name="csY1" fmla="*/ 0 h 504825"/>
              <a:gd name="csX2" fmla="*/ 2886773 w 3141818"/>
              <a:gd name="csY2" fmla="*/ 3447 h 504825"/>
              <a:gd name="csX3" fmla="*/ 2886774 w 3141818"/>
              <a:gd name="csY3" fmla="*/ 3446 h 504825"/>
              <a:gd name="csX4" fmla="*/ 3141818 w 3141818"/>
              <a:gd name="csY4" fmla="*/ 248499 h 504825"/>
              <a:gd name="csX5" fmla="*/ 2886774 w 3141818"/>
              <a:gd name="csY5" fmla="*/ 493552 h 504825"/>
              <a:gd name="csX6" fmla="*/ 2886773 w 3141818"/>
              <a:gd name="csY6" fmla="*/ 493551 h 504825"/>
              <a:gd name="csX7" fmla="*/ 2886773 w 3141818"/>
              <a:gd name="csY7" fmla="*/ 504825 h 504825"/>
              <a:gd name="csX8" fmla="*/ 255045 w 3141818"/>
              <a:gd name="csY8" fmla="*/ 504825 h 504825"/>
              <a:gd name="csX9" fmla="*/ 255045 w 3141818"/>
              <a:gd name="csY9" fmla="*/ 493552 h 504825"/>
              <a:gd name="csX10" fmla="*/ 0 w 3141818"/>
              <a:gd name="csY10" fmla="*/ 248499 h 504825"/>
              <a:gd name="csX11" fmla="*/ 255045 w 3141818"/>
              <a:gd name="csY11" fmla="*/ 3446 h 504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41818" h="504825">
                <a:moveTo>
                  <a:pt x="255045" y="0"/>
                </a:moveTo>
                <a:lnTo>
                  <a:pt x="2886773" y="0"/>
                </a:lnTo>
                <a:lnTo>
                  <a:pt x="2886773" y="3447"/>
                </a:lnTo>
                <a:lnTo>
                  <a:pt x="2886774" y="3446"/>
                </a:lnTo>
                <a:lnTo>
                  <a:pt x="3141818" y="248499"/>
                </a:lnTo>
                <a:lnTo>
                  <a:pt x="2886774" y="493552"/>
                </a:lnTo>
                <a:lnTo>
                  <a:pt x="2886773" y="493551"/>
                </a:lnTo>
                <a:lnTo>
                  <a:pt x="2886773" y="504825"/>
                </a:lnTo>
                <a:lnTo>
                  <a:pt x="255045" y="504825"/>
                </a:lnTo>
                <a:lnTo>
                  <a:pt x="255045" y="493552"/>
                </a:lnTo>
                <a:lnTo>
                  <a:pt x="0" y="248499"/>
                </a:lnTo>
                <a:lnTo>
                  <a:pt x="255045" y="3446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89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AE81-5C6E-30B3-46F4-334CAABE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D57C6FE3-611F-EEC6-E0E4-BA9F6DA63FE6}"/>
              </a:ext>
            </a:extLst>
          </p:cNvPr>
          <p:cNvSpPr/>
          <p:nvPr/>
        </p:nvSpPr>
        <p:spPr>
          <a:xfrm>
            <a:off x="18000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1916FD-C12D-C154-72DD-D94D89D2FE8B}"/>
              </a:ext>
            </a:extLst>
          </p:cNvPr>
          <p:cNvSpPr/>
          <p:nvPr/>
        </p:nvSpPr>
        <p:spPr>
          <a:xfrm>
            <a:off x="21600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34B2DD6-5464-3CF3-4856-F044672D3B17}"/>
              </a:ext>
            </a:extLst>
          </p:cNvPr>
          <p:cNvSpPr/>
          <p:nvPr/>
        </p:nvSpPr>
        <p:spPr>
          <a:xfrm>
            <a:off x="25429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04A4767-F3F7-9FAE-4DD5-1B8A2B96B92A}"/>
              </a:ext>
            </a:extLst>
          </p:cNvPr>
          <p:cNvSpPr/>
          <p:nvPr/>
        </p:nvSpPr>
        <p:spPr>
          <a:xfrm>
            <a:off x="29029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FC4CD7C-84F7-FF8D-8FA2-9AF6E5E6A2DB}"/>
              </a:ext>
            </a:extLst>
          </p:cNvPr>
          <p:cNvSpPr/>
          <p:nvPr/>
        </p:nvSpPr>
        <p:spPr>
          <a:xfrm>
            <a:off x="32859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F1A510C-335E-4722-088C-1F53D147589C}"/>
              </a:ext>
            </a:extLst>
          </p:cNvPr>
          <p:cNvSpPr/>
          <p:nvPr/>
        </p:nvSpPr>
        <p:spPr>
          <a:xfrm>
            <a:off x="364590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24EBA57-6D3B-6607-A3D7-899484679105}"/>
              </a:ext>
            </a:extLst>
          </p:cNvPr>
          <p:cNvSpPr/>
          <p:nvPr/>
        </p:nvSpPr>
        <p:spPr>
          <a:xfrm>
            <a:off x="40288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CDDFE2D-2682-0B92-C099-B6882478FE04}"/>
              </a:ext>
            </a:extLst>
          </p:cNvPr>
          <p:cNvSpPr/>
          <p:nvPr/>
        </p:nvSpPr>
        <p:spPr>
          <a:xfrm>
            <a:off x="4388850" y="288000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E3F9077-A902-7017-902E-7C660461708F}"/>
              </a:ext>
            </a:extLst>
          </p:cNvPr>
          <p:cNvCxnSpPr>
            <a:cxnSpLocks/>
          </p:cNvCxnSpPr>
          <p:nvPr/>
        </p:nvCxnSpPr>
        <p:spPr>
          <a:xfrm flipH="1">
            <a:off x="1611675" y="2504645"/>
            <a:ext cx="3167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9181EA82-4397-80F6-9A94-CE8617748A46}"/>
              </a:ext>
            </a:extLst>
          </p:cNvPr>
          <p:cNvCxnSpPr>
            <a:cxnSpLocks/>
          </p:cNvCxnSpPr>
          <p:nvPr/>
        </p:nvCxnSpPr>
        <p:spPr>
          <a:xfrm>
            <a:off x="4543425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C977B2B-9D02-B8C7-F277-65DB1B19E1F6}"/>
              </a:ext>
            </a:extLst>
          </p:cNvPr>
          <p:cNvCxnSpPr/>
          <p:nvPr/>
        </p:nvCxnSpPr>
        <p:spPr>
          <a:xfrm>
            <a:off x="5143500" y="2753587"/>
            <a:ext cx="0" cy="504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B3A3B53-2200-092F-49EF-719ED41B5E33}"/>
              </a:ext>
            </a:extLst>
          </p:cNvPr>
          <p:cNvSpPr txBox="1"/>
          <p:nvPr/>
        </p:nvSpPr>
        <p:spPr>
          <a:xfrm>
            <a:off x="5249137" y="2770912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EE23380-74E4-07CA-6A38-1D3622EE2244}"/>
              </a:ext>
            </a:extLst>
          </p:cNvPr>
          <p:cNvCxnSpPr>
            <a:cxnSpLocks/>
          </p:cNvCxnSpPr>
          <p:nvPr/>
        </p:nvCxnSpPr>
        <p:spPr>
          <a:xfrm flipH="1">
            <a:off x="1664175" y="2085975"/>
            <a:ext cx="31149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CBC205A-D0B1-B8E3-9CF8-82F4246C0485}"/>
              </a:ext>
            </a:extLst>
          </p:cNvPr>
          <p:cNvSpPr txBox="1"/>
          <p:nvPr/>
        </p:nvSpPr>
        <p:spPr>
          <a:xfrm>
            <a:off x="2871787" y="1573338"/>
            <a:ext cx="90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 x n</a:t>
            </a:r>
            <a:endParaRPr lang="ko-KR" altLang="en-US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6A55F0DF-DBE5-14F9-2906-8E1A3759F9FF}"/>
              </a:ext>
            </a:extLst>
          </p:cNvPr>
          <p:cNvCxnSpPr/>
          <p:nvPr/>
        </p:nvCxnSpPr>
        <p:spPr>
          <a:xfrm>
            <a:off x="5143500" y="3243693"/>
            <a:ext cx="0" cy="504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8389E7E-39CA-C1EA-3580-721F7B737459}"/>
              </a:ext>
            </a:extLst>
          </p:cNvPr>
          <p:cNvSpPr txBox="1"/>
          <p:nvPr/>
        </p:nvSpPr>
        <p:spPr>
          <a:xfrm>
            <a:off x="5249137" y="3244334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6152A98-5345-3180-853A-BEDD29FEAE03}"/>
              </a:ext>
            </a:extLst>
          </p:cNvPr>
          <p:cNvCxnSpPr>
            <a:cxnSpLocks/>
          </p:cNvCxnSpPr>
          <p:nvPr/>
        </p:nvCxnSpPr>
        <p:spPr>
          <a:xfrm>
            <a:off x="4173900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727875C-ECB1-5853-7FA4-2076AF0683D2}"/>
              </a:ext>
            </a:extLst>
          </p:cNvPr>
          <p:cNvCxnSpPr>
            <a:cxnSpLocks/>
          </p:cNvCxnSpPr>
          <p:nvPr/>
        </p:nvCxnSpPr>
        <p:spPr>
          <a:xfrm>
            <a:off x="3800475" y="3269438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D82E872-796D-4E6C-5C75-78045FF95442}"/>
              </a:ext>
            </a:extLst>
          </p:cNvPr>
          <p:cNvCxnSpPr>
            <a:cxnSpLocks/>
          </p:cNvCxnSpPr>
          <p:nvPr/>
        </p:nvCxnSpPr>
        <p:spPr>
          <a:xfrm>
            <a:off x="3411900" y="3258411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A2CA1CB-82ED-E7FF-85C3-63DEA958EF91}"/>
              </a:ext>
            </a:extLst>
          </p:cNvPr>
          <p:cNvCxnSpPr>
            <a:cxnSpLocks/>
          </p:cNvCxnSpPr>
          <p:nvPr/>
        </p:nvCxnSpPr>
        <p:spPr>
          <a:xfrm>
            <a:off x="3028950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EA416C2-2478-3D81-A3B1-3CDC110B722C}"/>
              </a:ext>
            </a:extLst>
          </p:cNvPr>
          <p:cNvCxnSpPr>
            <a:cxnSpLocks/>
          </p:cNvCxnSpPr>
          <p:nvPr/>
        </p:nvCxnSpPr>
        <p:spPr>
          <a:xfrm>
            <a:off x="2659425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A58F97C-179E-A708-EFF7-1B947F904152}"/>
              </a:ext>
            </a:extLst>
          </p:cNvPr>
          <p:cNvCxnSpPr>
            <a:cxnSpLocks/>
          </p:cNvCxnSpPr>
          <p:nvPr/>
        </p:nvCxnSpPr>
        <p:spPr>
          <a:xfrm>
            <a:off x="2286000" y="3254720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248C745-6A18-BD8C-9FA0-040B86CE3946}"/>
              </a:ext>
            </a:extLst>
          </p:cNvPr>
          <p:cNvCxnSpPr>
            <a:cxnSpLocks/>
          </p:cNvCxnSpPr>
          <p:nvPr/>
        </p:nvCxnSpPr>
        <p:spPr>
          <a:xfrm>
            <a:off x="1897425" y="3243693"/>
            <a:ext cx="0" cy="475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F2DE503-02C4-ED3D-D18A-443D0361F793}"/>
              </a:ext>
            </a:extLst>
          </p:cNvPr>
          <p:cNvCxnSpPr>
            <a:cxnSpLocks/>
          </p:cNvCxnSpPr>
          <p:nvPr/>
        </p:nvCxnSpPr>
        <p:spPr>
          <a:xfrm flipH="1" flipV="1">
            <a:off x="1664175" y="3744826"/>
            <a:ext cx="261825" cy="11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422C4FF-132B-482F-A8E1-8C9652E1FADC}"/>
              </a:ext>
            </a:extLst>
          </p:cNvPr>
          <p:cNvSpPr txBox="1"/>
          <p:nvPr/>
        </p:nvSpPr>
        <p:spPr>
          <a:xfrm>
            <a:off x="1611675" y="3804978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E0F5DFB-EDAC-07EA-614A-34207580C20E}"/>
              </a:ext>
            </a:extLst>
          </p:cNvPr>
          <p:cNvCxnSpPr>
            <a:cxnSpLocks/>
          </p:cNvCxnSpPr>
          <p:nvPr/>
        </p:nvCxnSpPr>
        <p:spPr>
          <a:xfrm>
            <a:off x="1926000" y="3755852"/>
            <a:ext cx="360000" cy="123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934BE09-BAF4-D6BC-47EC-CB7E9D4EBDDE}"/>
              </a:ext>
            </a:extLst>
          </p:cNvPr>
          <p:cNvSpPr txBox="1"/>
          <p:nvPr/>
        </p:nvSpPr>
        <p:spPr>
          <a:xfrm>
            <a:off x="1935525" y="3785286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CE0B678-900B-6A68-31C8-98DC5BEEE5A4}"/>
              </a:ext>
            </a:extLst>
          </p:cNvPr>
          <p:cNvCxnSpPr>
            <a:cxnSpLocks/>
          </p:cNvCxnSpPr>
          <p:nvPr/>
        </p:nvCxnSpPr>
        <p:spPr>
          <a:xfrm flipV="1">
            <a:off x="1476000" y="2493619"/>
            <a:ext cx="0" cy="3110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0AD92BC-3D19-BD52-C466-952C66AD2CF5}"/>
              </a:ext>
            </a:extLst>
          </p:cNvPr>
          <p:cNvSpPr txBox="1"/>
          <p:nvPr/>
        </p:nvSpPr>
        <p:spPr>
          <a:xfrm>
            <a:off x="1087370" y="2464487"/>
            <a:ext cx="31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D2988E2-E4E9-8BB0-DB77-071B8456FC78}"/>
              </a:ext>
            </a:extLst>
          </p:cNvPr>
          <p:cNvSpPr/>
          <p:nvPr/>
        </p:nvSpPr>
        <p:spPr>
          <a:xfrm>
            <a:off x="1649299" y="2753587"/>
            <a:ext cx="3141818" cy="504825"/>
          </a:xfrm>
          <a:custGeom>
            <a:avLst/>
            <a:gdLst>
              <a:gd name="csX0" fmla="*/ 255045 w 3141818"/>
              <a:gd name="csY0" fmla="*/ 0 h 504825"/>
              <a:gd name="csX1" fmla="*/ 2886773 w 3141818"/>
              <a:gd name="csY1" fmla="*/ 0 h 504825"/>
              <a:gd name="csX2" fmla="*/ 2886773 w 3141818"/>
              <a:gd name="csY2" fmla="*/ 3447 h 504825"/>
              <a:gd name="csX3" fmla="*/ 2886774 w 3141818"/>
              <a:gd name="csY3" fmla="*/ 3446 h 504825"/>
              <a:gd name="csX4" fmla="*/ 3141818 w 3141818"/>
              <a:gd name="csY4" fmla="*/ 248499 h 504825"/>
              <a:gd name="csX5" fmla="*/ 2886774 w 3141818"/>
              <a:gd name="csY5" fmla="*/ 493552 h 504825"/>
              <a:gd name="csX6" fmla="*/ 2886773 w 3141818"/>
              <a:gd name="csY6" fmla="*/ 493551 h 504825"/>
              <a:gd name="csX7" fmla="*/ 2886773 w 3141818"/>
              <a:gd name="csY7" fmla="*/ 504825 h 504825"/>
              <a:gd name="csX8" fmla="*/ 255045 w 3141818"/>
              <a:gd name="csY8" fmla="*/ 504825 h 504825"/>
              <a:gd name="csX9" fmla="*/ 255045 w 3141818"/>
              <a:gd name="csY9" fmla="*/ 493552 h 504825"/>
              <a:gd name="csX10" fmla="*/ 0 w 3141818"/>
              <a:gd name="csY10" fmla="*/ 248499 h 504825"/>
              <a:gd name="csX11" fmla="*/ 255045 w 3141818"/>
              <a:gd name="csY11" fmla="*/ 3446 h 504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41818" h="504825">
                <a:moveTo>
                  <a:pt x="255045" y="0"/>
                </a:moveTo>
                <a:lnTo>
                  <a:pt x="2886773" y="0"/>
                </a:lnTo>
                <a:lnTo>
                  <a:pt x="2886773" y="3447"/>
                </a:lnTo>
                <a:lnTo>
                  <a:pt x="2886774" y="3446"/>
                </a:lnTo>
                <a:lnTo>
                  <a:pt x="3141818" y="248499"/>
                </a:lnTo>
                <a:lnTo>
                  <a:pt x="2886774" y="493552"/>
                </a:lnTo>
                <a:lnTo>
                  <a:pt x="2886773" y="493551"/>
                </a:lnTo>
                <a:lnTo>
                  <a:pt x="2886773" y="504825"/>
                </a:lnTo>
                <a:lnTo>
                  <a:pt x="255045" y="504825"/>
                </a:lnTo>
                <a:lnTo>
                  <a:pt x="255045" y="493552"/>
                </a:lnTo>
                <a:lnTo>
                  <a:pt x="0" y="248499"/>
                </a:lnTo>
                <a:lnTo>
                  <a:pt x="255045" y="3446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58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E37D689-E680-2CB9-0C15-F66868E518EA}"/>
              </a:ext>
            </a:extLst>
          </p:cNvPr>
          <p:cNvCxnSpPr>
            <a:cxnSpLocks/>
          </p:cNvCxnSpPr>
          <p:nvPr/>
        </p:nvCxnSpPr>
        <p:spPr>
          <a:xfrm flipH="1">
            <a:off x="3032760" y="1051560"/>
            <a:ext cx="16840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A388A71-3CDB-9636-FF13-FF1DC90D3E2C}"/>
              </a:ext>
            </a:extLst>
          </p:cNvPr>
          <p:cNvCxnSpPr/>
          <p:nvPr/>
        </p:nvCxnSpPr>
        <p:spPr>
          <a:xfrm>
            <a:off x="471678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61FCF1D-8D2B-1E60-9072-14A21930B377}"/>
              </a:ext>
            </a:extLst>
          </p:cNvPr>
          <p:cNvCxnSpPr/>
          <p:nvPr/>
        </p:nvCxnSpPr>
        <p:spPr>
          <a:xfrm>
            <a:off x="449580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37EA250-31A9-AAFD-86D1-5017A3F05459}"/>
              </a:ext>
            </a:extLst>
          </p:cNvPr>
          <p:cNvCxnSpPr/>
          <p:nvPr/>
        </p:nvCxnSpPr>
        <p:spPr>
          <a:xfrm>
            <a:off x="427482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C4F0ABD-0062-1E0C-F8E0-2902BD223E3F}"/>
              </a:ext>
            </a:extLst>
          </p:cNvPr>
          <p:cNvCxnSpPr/>
          <p:nvPr/>
        </p:nvCxnSpPr>
        <p:spPr>
          <a:xfrm>
            <a:off x="405384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C7D8C24-D755-E3B9-1F2A-043DC510DF49}"/>
              </a:ext>
            </a:extLst>
          </p:cNvPr>
          <p:cNvCxnSpPr/>
          <p:nvPr/>
        </p:nvCxnSpPr>
        <p:spPr>
          <a:xfrm>
            <a:off x="381762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C3B9D71-3869-8D67-7CF2-58975FB06003}"/>
              </a:ext>
            </a:extLst>
          </p:cNvPr>
          <p:cNvCxnSpPr/>
          <p:nvPr/>
        </p:nvCxnSpPr>
        <p:spPr>
          <a:xfrm>
            <a:off x="358140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D381EC2-2A02-B95F-F7BA-42E74DFE8E06}"/>
              </a:ext>
            </a:extLst>
          </p:cNvPr>
          <p:cNvCxnSpPr/>
          <p:nvPr/>
        </p:nvCxnSpPr>
        <p:spPr>
          <a:xfrm>
            <a:off x="334518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BA405FF-44B1-A820-5168-D239879FEB4F}"/>
              </a:ext>
            </a:extLst>
          </p:cNvPr>
          <p:cNvCxnSpPr/>
          <p:nvPr/>
        </p:nvCxnSpPr>
        <p:spPr>
          <a:xfrm>
            <a:off x="3093720" y="1249680"/>
            <a:ext cx="0" cy="2324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4B55FB-060B-08D8-1C86-2127556DC8EB}"/>
              </a:ext>
            </a:extLst>
          </p:cNvPr>
          <p:cNvSpPr/>
          <p:nvPr/>
        </p:nvSpPr>
        <p:spPr>
          <a:xfrm>
            <a:off x="2964180" y="3505206"/>
            <a:ext cx="1866893" cy="137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79B66-CD3D-2399-F654-F90691D6FA65}"/>
              </a:ext>
            </a:extLst>
          </p:cNvPr>
          <p:cNvSpPr txBox="1"/>
          <p:nvPr/>
        </p:nvSpPr>
        <p:spPr>
          <a:xfrm>
            <a:off x="4831073" y="33832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4565C5-C8A5-9169-AEDE-7EB9B668310C}"/>
              </a:ext>
            </a:extLst>
          </p:cNvPr>
          <p:cNvSpPr txBox="1"/>
          <p:nvPr/>
        </p:nvSpPr>
        <p:spPr>
          <a:xfrm>
            <a:off x="3741975" y="3642354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06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189D-E0AD-3100-2D49-5C66C741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5D0B13E-93CD-3D38-7FA8-10345DAB7EF3}"/>
              </a:ext>
            </a:extLst>
          </p:cNvPr>
          <p:cNvCxnSpPr>
            <a:cxnSpLocks/>
          </p:cNvCxnSpPr>
          <p:nvPr/>
        </p:nvCxnSpPr>
        <p:spPr>
          <a:xfrm flipH="1">
            <a:off x="3032760" y="1051560"/>
            <a:ext cx="16840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3F05B61-9127-4BD0-6821-BE4F421CFA6A}"/>
              </a:ext>
            </a:extLst>
          </p:cNvPr>
          <p:cNvCxnSpPr>
            <a:cxnSpLocks/>
          </p:cNvCxnSpPr>
          <p:nvPr/>
        </p:nvCxnSpPr>
        <p:spPr>
          <a:xfrm flipH="1">
            <a:off x="1356360" y="1249680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B0D41267-517F-579D-4B9A-9B0ED15E4F37}"/>
              </a:ext>
            </a:extLst>
          </p:cNvPr>
          <p:cNvGrpSpPr/>
          <p:nvPr/>
        </p:nvGrpSpPr>
        <p:grpSpPr>
          <a:xfrm>
            <a:off x="1280160" y="2567934"/>
            <a:ext cx="2178197" cy="628412"/>
            <a:chOff x="2964180" y="3383274"/>
            <a:chExt cx="2178197" cy="62841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FD44935-47C5-294E-B8EF-E8DACFB43DCD}"/>
                </a:ext>
              </a:extLst>
            </p:cNvPr>
            <p:cNvSpPr/>
            <p:nvPr/>
          </p:nvSpPr>
          <p:spPr>
            <a:xfrm>
              <a:off x="2964180" y="3505206"/>
              <a:ext cx="1866893" cy="1371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E098C7-0C8B-397B-6101-D50190D1A2D2}"/>
                </a:ext>
              </a:extLst>
            </p:cNvPr>
            <p:cNvSpPr txBox="1"/>
            <p:nvPr/>
          </p:nvSpPr>
          <p:spPr>
            <a:xfrm>
              <a:off x="4831073" y="338327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2A3EA7-B7ED-0DF8-421E-BF38859E80C2}"/>
                </a:ext>
              </a:extLst>
            </p:cNvPr>
            <p:cNvSpPr txBox="1"/>
            <p:nvPr/>
          </p:nvSpPr>
          <p:spPr>
            <a:xfrm>
              <a:off x="3741975" y="3642354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2n</a:t>
              </a:r>
              <a:endParaRPr lang="ko-KR" altLang="en-US"/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48AFEF4-4E4D-8E55-0C5E-949E5153EC49}"/>
              </a:ext>
            </a:extLst>
          </p:cNvPr>
          <p:cNvCxnSpPr>
            <a:cxnSpLocks/>
          </p:cNvCxnSpPr>
          <p:nvPr/>
        </p:nvCxnSpPr>
        <p:spPr>
          <a:xfrm flipH="1">
            <a:off x="1589343" y="1242066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049F1A5-6359-2B72-B350-B9A64744B7FF}"/>
              </a:ext>
            </a:extLst>
          </p:cNvPr>
          <p:cNvCxnSpPr>
            <a:cxnSpLocks/>
          </p:cNvCxnSpPr>
          <p:nvPr/>
        </p:nvCxnSpPr>
        <p:spPr>
          <a:xfrm flipH="1">
            <a:off x="1812307" y="1257294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4663D3D-7A51-C466-BAE9-04F6418354E6}"/>
              </a:ext>
            </a:extLst>
          </p:cNvPr>
          <p:cNvCxnSpPr>
            <a:cxnSpLocks/>
          </p:cNvCxnSpPr>
          <p:nvPr/>
        </p:nvCxnSpPr>
        <p:spPr>
          <a:xfrm flipH="1">
            <a:off x="2054429" y="1242066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8E382EC-F12B-1FAA-3E8C-C363AAB37CAC}"/>
              </a:ext>
            </a:extLst>
          </p:cNvPr>
          <p:cNvCxnSpPr>
            <a:cxnSpLocks/>
          </p:cNvCxnSpPr>
          <p:nvPr/>
        </p:nvCxnSpPr>
        <p:spPr>
          <a:xfrm flipH="1">
            <a:off x="2280131" y="1242066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3973F9F-3893-669C-4BBD-B3008D5282A5}"/>
              </a:ext>
            </a:extLst>
          </p:cNvPr>
          <p:cNvCxnSpPr>
            <a:cxnSpLocks/>
          </p:cNvCxnSpPr>
          <p:nvPr/>
        </p:nvCxnSpPr>
        <p:spPr>
          <a:xfrm flipH="1">
            <a:off x="2513453" y="1234452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7D728FF-53D2-5B47-35F8-BA101A09D19F}"/>
              </a:ext>
            </a:extLst>
          </p:cNvPr>
          <p:cNvCxnSpPr>
            <a:cxnSpLocks/>
          </p:cNvCxnSpPr>
          <p:nvPr/>
        </p:nvCxnSpPr>
        <p:spPr>
          <a:xfrm flipH="1">
            <a:off x="2746096" y="1238259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C892659-5681-C26D-CBD1-EB276AA5B9C3}"/>
              </a:ext>
            </a:extLst>
          </p:cNvPr>
          <p:cNvCxnSpPr>
            <a:cxnSpLocks/>
          </p:cNvCxnSpPr>
          <p:nvPr/>
        </p:nvCxnSpPr>
        <p:spPr>
          <a:xfrm flipH="1">
            <a:off x="2979418" y="1234452"/>
            <a:ext cx="1737360" cy="1501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08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E884916B-0CA4-BAF1-475A-D14DDC3F91EF}"/>
              </a:ext>
            </a:extLst>
          </p:cNvPr>
          <p:cNvGrpSpPr/>
          <p:nvPr/>
        </p:nvGrpSpPr>
        <p:grpSpPr>
          <a:xfrm>
            <a:off x="2616519" y="-76740"/>
            <a:ext cx="4293705" cy="2876852"/>
            <a:chOff x="2616519" y="-76740"/>
            <a:chExt cx="4293705" cy="287685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F162DFD-535F-8165-7747-9728673BBDDA}"/>
                </a:ext>
              </a:extLst>
            </p:cNvPr>
            <p:cNvSpPr/>
            <p:nvPr/>
          </p:nvSpPr>
          <p:spPr>
            <a:xfrm>
              <a:off x="5501640" y="2156460"/>
              <a:ext cx="1107514" cy="2743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8FA451A-A955-D807-A1BB-4E3DAF18B674}"/>
                </a:ext>
              </a:extLst>
            </p:cNvPr>
            <p:cNvSpPr txBox="1"/>
            <p:nvPr/>
          </p:nvSpPr>
          <p:spPr>
            <a:xfrm>
              <a:off x="6598920" y="210895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4EF382-A898-8828-5F0D-31F18FFD38CF}"/>
                </a:ext>
              </a:extLst>
            </p:cNvPr>
            <p:cNvSpPr txBox="1"/>
            <p:nvPr/>
          </p:nvSpPr>
          <p:spPr>
            <a:xfrm>
              <a:off x="5828104" y="2430780"/>
              <a:ext cx="444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2n</a:t>
              </a:r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C684A986-772B-6D20-AE48-03720ACD9E40}"/>
                </a:ext>
              </a:extLst>
            </p:cNvPr>
            <p:cNvGrpSpPr/>
            <p:nvPr/>
          </p:nvGrpSpPr>
          <p:grpSpPr>
            <a:xfrm>
              <a:off x="5501640" y="358140"/>
              <a:ext cx="1107514" cy="1097280"/>
              <a:chOff x="5501640" y="358140"/>
              <a:chExt cx="1107514" cy="1097280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FAD15F8-CCDE-D28C-4A0A-399570011C80}"/>
                  </a:ext>
                </a:extLst>
              </p:cNvPr>
              <p:cNvSpPr/>
              <p:nvPr/>
            </p:nvSpPr>
            <p:spPr>
              <a:xfrm>
                <a:off x="5501640" y="118110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804CA1B-C317-1013-3834-CB73A192207A}"/>
                  </a:ext>
                </a:extLst>
              </p:cNvPr>
              <p:cNvSpPr/>
              <p:nvPr/>
            </p:nvSpPr>
            <p:spPr>
              <a:xfrm>
                <a:off x="5775960" y="90678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CD33C4F9-6638-2EC2-FA81-FCFF9B29B1A3}"/>
                  </a:ext>
                </a:extLst>
              </p:cNvPr>
              <p:cNvSpPr/>
              <p:nvPr/>
            </p:nvSpPr>
            <p:spPr>
              <a:xfrm>
                <a:off x="6050280" y="63246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5777180-55E1-C63A-1019-173550C098A7}"/>
                  </a:ext>
                </a:extLst>
              </p:cNvPr>
              <p:cNvSpPr/>
              <p:nvPr/>
            </p:nvSpPr>
            <p:spPr>
              <a:xfrm>
                <a:off x="6334834" y="35814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6F5CA2D-4F95-56B8-E31D-EAE05F721C38}"/>
                </a:ext>
              </a:extLst>
            </p:cNvPr>
            <p:cNvSpPr/>
            <p:nvPr/>
          </p:nvSpPr>
          <p:spPr>
            <a:xfrm>
              <a:off x="4511039" y="358140"/>
              <a:ext cx="279437" cy="10972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6FA4FC5F-7046-13CB-D6D2-A953336FB644}"/>
                </a:ext>
              </a:extLst>
            </p:cNvPr>
            <p:cNvGrpSpPr/>
            <p:nvPr/>
          </p:nvGrpSpPr>
          <p:grpSpPr>
            <a:xfrm rot="16200000">
              <a:off x="2722842" y="363257"/>
              <a:ext cx="1107514" cy="1097280"/>
              <a:chOff x="5501640" y="358140"/>
              <a:chExt cx="1107514" cy="1097280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ECC24D7-9016-A5BA-9075-B8E405EACA9E}"/>
                  </a:ext>
                </a:extLst>
              </p:cNvPr>
              <p:cNvSpPr/>
              <p:nvPr/>
            </p:nvSpPr>
            <p:spPr>
              <a:xfrm>
                <a:off x="5501640" y="118110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3D179058-500A-CE78-725F-383E1E0A2A21}"/>
                  </a:ext>
                </a:extLst>
              </p:cNvPr>
              <p:cNvSpPr/>
              <p:nvPr/>
            </p:nvSpPr>
            <p:spPr>
              <a:xfrm>
                <a:off x="5775960" y="90678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753FF455-8E99-77F6-5C64-FF925EA78D34}"/>
                  </a:ext>
                </a:extLst>
              </p:cNvPr>
              <p:cNvSpPr/>
              <p:nvPr/>
            </p:nvSpPr>
            <p:spPr>
              <a:xfrm>
                <a:off x="6050280" y="63246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21D4E1E1-E8AE-BAA1-02B7-9105FB7A0A22}"/>
                  </a:ext>
                </a:extLst>
              </p:cNvPr>
              <p:cNvSpPr/>
              <p:nvPr/>
            </p:nvSpPr>
            <p:spPr>
              <a:xfrm>
                <a:off x="6334834" y="35814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1A2887D-4BE9-C15D-7595-477CFC80B339}"/>
                </a:ext>
              </a:extLst>
            </p:cNvPr>
            <p:cNvCxnSpPr/>
            <p:nvPr/>
          </p:nvCxnSpPr>
          <p:spPr>
            <a:xfrm flipH="1">
              <a:off x="5501640" y="2019300"/>
              <a:ext cx="10972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D2666933-0F1B-CA33-4859-09034E177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100" y="222259"/>
              <a:ext cx="855720" cy="8408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B537609-5D9B-A15F-D16F-3652AAAE14AA}"/>
                </a:ext>
              </a:extLst>
            </p:cNvPr>
            <p:cNvSpPr txBox="1"/>
            <p:nvPr/>
          </p:nvSpPr>
          <p:spPr>
            <a:xfrm>
              <a:off x="5208828" y="113359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AC83CD0-E629-6BD0-E389-AA68563D1D1E}"/>
                </a:ext>
              </a:extLst>
            </p:cNvPr>
            <p:cNvSpPr txBox="1"/>
            <p:nvPr/>
          </p:nvSpPr>
          <p:spPr>
            <a:xfrm>
              <a:off x="5520132" y="142130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2</a:t>
              </a:r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E37A21C-1B9C-8361-B85D-8827C532BA98}"/>
                </a:ext>
              </a:extLst>
            </p:cNvPr>
            <p:cNvSpPr txBox="1"/>
            <p:nvPr/>
          </p:nvSpPr>
          <p:spPr>
            <a:xfrm>
              <a:off x="6097701" y="-76740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sp>
          <p:nvSpPr>
            <p:cNvPr id="42" name="직각 삼각형 41">
              <a:extLst>
                <a:ext uri="{FF2B5EF4-FFF2-40B4-BE49-F238E27FC236}">
                  <a16:creationId xmlns:a16="http://schemas.microsoft.com/office/drawing/2014/main" id="{412460E7-1D06-4EF2-8327-8775B5AA46AF}"/>
                </a:ext>
              </a:extLst>
            </p:cNvPr>
            <p:cNvSpPr/>
            <p:nvPr/>
          </p:nvSpPr>
          <p:spPr>
            <a:xfrm rot="10800000">
              <a:off x="6203820" y="222259"/>
              <a:ext cx="131014" cy="135881"/>
            </a:xfrm>
            <a:prstGeom prst="rtTriangl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25CC03E-75EE-22C4-C5FC-E1733C26FD87}"/>
                </a:ext>
              </a:extLst>
            </p:cNvPr>
            <p:cNvSpPr txBox="1"/>
            <p:nvPr/>
          </p:nvSpPr>
          <p:spPr>
            <a:xfrm>
              <a:off x="6253455" y="59141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2E72CB51-0267-ABB0-D64A-F3D888D047D6}"/>
                </a:ext>
              </a:extLst>
            </p:cNvPr>
            <p:cNvCxnSpPr/>
            <p:nvPr/>
          </p:nvCxnSpPr>
          <p:spPr>
            <a:xfrm>
              <a:off x="6598920" y="2019300"/>
              <a:ext cx="0" cy="1371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3B83411-1E10-8A71-892A-40CEDA81024B}"/>
                </a:ext>
              </a:extLst>
            </p:cNvPr>
            <p:cNvSpPr txBox="1"/>
            <p:nvPr/>
          </p:nvSpPr>
          <p:spPr>
            <a:xfrm>
              <a:off x="6527775" y="1850573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723D6E2F-97C6-1847-507D-3816490B3CA6}"/>
                </a:ext>
              </a:extLst>
            </p:cNvPr>
            <p:cNvCxnSpPr>
              <a:cxnSpLocks/>
            </p:cNvCxnSpPr>
            <p:nvPr/>
          </p:nvCxnSpPr>
          <p:spPr>
            <a:xfrm>
              <a:off x="4391025" y="357611"/>
              <a:ext cx="0" cy="11080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2DD37118-375A-A744-8CE5-63952A6670C5}"/>
                </a:ext>
              </a:extLst>
            </p:cNvPr>
            <p:cNvCxnSpPr>
              <a:cxnSpLocks/>
            </p:cNvCxnSpPr>
            <p:nvPr/>
          </p:nvCxnSpPr>
          <p:spPr>
            <a:xfrm>
              <a:off x="2616519" y="712113"/>
              <a:ext cx="874394" cy="8429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2F41ED4-A644-923C-0891-8FAFFF61F2C3}"/>
              </a:ext>
            </a:extLst>
          </p:cNvPr>
          <p:cNvGrpSpPr/>
          <p:nvPr/>
        </p:nvGrpSpPr>
        <p:grpSpPr>
          <a:xfrm rot="10800000">
            <a:off x="2672300" y="2174854"/>
            <a:ext cx="3992635" cy="2208521"/>
            <a:chOff x="2616519" y="222259"/>
            <a:chExt cx="3992635" cy="2208521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93124D00-8013-5ED9-23C6-B5E1382E7915}"/>
                </a:ext>
              </a:extLst>
            </p:cNvPr>
            <p:cNvSpPr/>
            <p:nvPr/>
          </p:nvSpPr>
          <p:spPr>
            <a:xfrm>
              <a:off x="5501640" y="2156460"/>
              <a:ext cx="1107514" cy="2743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9A9C79B0-BF4C-2A9C-567E-CB01BBD860BA}"/>
                </a:ext>
              </a:extLst>
            </p:cNvPr>
            <p:cNvGrpSpPr/>
            <p:nvPr/>
          </p:nvGrpSpPr>
          <p:grpSpPr>
            <a:xfrm>
              <a:off x="5501640" y="358140"/>
              <a:ext cx="1107514" cy="1097280"/>
              <a:chOff x="5501640" y="358140"/>
              <a:chExt cx="1107514" cy="1097280"/>
            </a:xfrm>
          </p:grpSpPr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EE45E919-76BC-5EF2-7452-A0DA93477176}"/>
                  </a:ext>
                </a:extLst>
              </p:cNvPr>
              <p:cNvSpPr/>
              <p:nvPr/>
            </p:nvSpPr>
            <p:spPr>
              <a:xfrm>
                <a:off x="5501640" y="118110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E67A79D8-82AA-1BFF-1836-BFFE243841E0}"/>
                  </a:ext>
                </a:extLst>
              </p:cNvPr>
              <p:cNvSpPr/>
              <p:nvPr/>
            </p:nvSpPr>
            <p:spPr>
              <a:xfrm>
                <a:off x="5775960" y="90678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E8C31C95-AB6F-E783-E75B-5EEA68108FE2}"/>
                  </a:ext>
                </a:extLst>
              </p:cNvPr>
              <p:cNvSpPr/>
              <p:nvPr/>
            </p:nvSpPr>
            <p:spPr>
              <a:xfrm>
                <a:off x="6050280" y="63246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E2CDF044-49CE-EEEA-3F21-1AEB6AB11A9B}"/>
                  </a:ext>
                </a:extLst>
              </p:cNvPr>
              <p:cNvSpPr/>
              <p:nvPr/>
            </p:nvSpPr>
            <p:spPr>
              <a:xfrm>
                <a:off x="6334834" y="35814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80188EB-DE09-AE17-5E42-973CC933B0CB}"/>
                </a:ext>
              </a:extLst>
            </p:cNvPr>
            <p:cNvSpPr/>
            <p:nvPr/>
          </p:nvSpPr>
          <p:spPr>
            <a:xfrm>
              <a:off x="4511039" y="358140"/>
              <a:ext cx="279437" cy="10972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EC0D9E6-8C0B-0D1D-3B63-A07816B6DEA3}"/>
                </a:ext>
              </a:extLst>
            </p:cNvPr>
            <p:cNvGrpSpPr/>
            <p:nvPr/>
          </p:nvGrpSpPr>
          <p:grpSpPr>
            <a:xfrm rot="16200000">
              <a:off x="2722842" y="363257"/>
              <a:ext cx="1107514" cy="1097280"/>
              <a:chOff x="5501640" y="358140"/>
              <a:chExt cx="1107514" cy="1097280"/>
            </a:xfrm>
          </p:grpSpPr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A4CE23ED-D006-3EB6-4920-8EDDA7926F1E}"/>
                  </a:ext>
                </a:extLst>
              </p:cNvPr>
              <p:cNvSpPr/>
              <p:nvPr/>
            </p:nvSpPr>
            <p:spPr>
              <a:xfrm>
                <a:off x="5501640" y="118110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3CEB6EAB-D247-FD7E-2F68-172D1363345F}"/>
                  </a:ext>
                </a:extLst>
              </p:cNvPr>
              <p:cNvSpPr/>
              <p:nvPr/>
            </p:nvSpPr>
            <p:spPr>
              <a:xfrm>
                <a:off x="5775960" y="90678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22238272-39FE-AF75-0DB6-F29CE6D76E64}"/>
                  </a:ext>
                </a:extLst>
              </p:cNvPr>
              <p:cNvSpPr/>
              <p:nvPr/>
            </p:nvSpPr>
            <p:spPr>
              <a:xfrm>
                <a:off x="6050280" y="63246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87B03693-3F05-7DDB-ECA4-7A30B751A079}"/>
                  </a:ext>
                </a:extLst>
              </p:cNvPr>
              <p:cNvSpPr/>
              <p:nvPr/>
            </p:nvSpPr>
            <p:spPr>
              <a:xfrm>
                <a:off x="6334834" y="358140"/>
                <a:ext cx="274320" cy="2743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A6FAF48-41A6-0BE2-443B-5A45FA893EB1}"/>
                </a:ext>
              </a:extLst>
            </p:cNvPr>
            <p:cNvCxnSpPr/>
            <p:nvPr/>
          </p:nvCxnSpPr>
          <p:spPr>
            <a:xfrm flipH="1">
              <a:off x="5501640" y="2019300"/>
              <a:ext cx="10972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3FA8F33B-F9D5-87FC-1D39-9ECC724A4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100" y="222259"/>
              <a:ext cx="855720" cy="8408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026381F2-80BB-641A-F7E8-C0FA02F943D0}"/>
                </a:ext>
              </a:extLst>
            </p:cNvPr>
            <p:cNvCxnSpPr>
              <a:cxnSpLocks/>
            </p:cNvCxnSpPr>
            <p:nvPr/>
          </p:nvCxnSpPr>
          <p:spPr>
            <a:xfrm>
              <a:off x="4391025" y="357611"/>
              <a:ext cx="0" cy="110804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0B55F141-7FE2-615C-38DE-13885D55829A}"/>
                </a:ext>
              </a:extLst>
            </p:cNvPr>
            <p:cNvCxnSpPr>
              <a:cxnSpLocks/>
            </p:cNvCxnSpPr>
            <p:nvPr/>
          </p:nvCxnSpPr>
          <p:spPr>
            <a:xfrm>
              <a:off x="2616519" y="712113"/>
              <a:ext cx="874394" cy="84296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연결선: 구부러짐 82">
            <a:extLst>
              <a:ext uri="{FF2B5EF4-FFF2-40B4-BE49-F238E27FC236}">
                <a16:creationId xmlns:a16="http://schemas.microsoft.com/office/drawing/2014/main" id="{661F3BC6-397E-087F-A9F6-157ECE07A8BB}"/>
              </a:ext>
            </a:extLst>
          </p:cNvPr>
          <p:cNvCxnSpPr>
            <a:stCxn id="2" idx="1"/>
            <a:endCxn id="14" idx="2"/>
          </p:cNvCxnSpPr>
          <p:nvPr/>
        </p:nvCxnSpPr>
        <p:spPr>
          <a:xfrm rot="10800000">
            <a:off x="4650758" y="1455420"/>
            <a:ext cx="850882" cy="838200"/>
          </a:xfrm>
          <a:prstGeom prst="curved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2FFEB75-8152-D40C-73F1-CD4FE65098EA}"/>
              </a:ext>
            </a:extLst>
          </p:cNvPr>
          <p:cNvSpPr txBox="1"/>
          <p:nvPr/>
        </p:nvSpPr>
        <p:spPr>
          <a:xfrm>
            <a:off x="4457817" y="2035239"/>
            <a:ext cx="787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R</a:t>
            </a:r>
            <a:r>
              <a:rPr lang="ko-KR" altLang="en-US">
                <a:solidFill>
                  <a:srgbClr val="0070C0"/>
                </a:solidFill>
              </a:rPr>
              <a:t>키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0B196DF4-416E-A6BB-3844-CD0A96DDB31D}"/>
              </a:ext>
            </a:extLst>
          </p:cNvPr>
          <p:cNvCxnSpPr/>
          <p:nvPr/>
        </p:nvCxnSpPr>
        <p:spPr>
          <a:xfrm flipH="1" flipV="1">
            <a:off x="6187440" y="1191333"/>
            <a:ext cx="203175" cy="68318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C08DD61-3805-F8EE-3AE1-4D8F077C91AA}"/>
              </a:ext>
            </a:extLst>
          </p:cNvPr>
          <p:cNvSpPr txBox="1"/>
          <p:nvPr/>
        </p:nvSpPr>
        <p:spPr>
          <a:xfrm>
            <a:off x="6301832" y="1326039"/>
            <a:ext cx="1642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Shift + R</a:t>
            </a:r>
            <a:r>
              <a:rPr lang="ko-KR" altLang="en-US">
                <a:solidFill>
                  <a:srgbClr val="0070C0"/>
                </a:solidFill>
              </a:rPr>
              <a:t>키</a:t>
            </a:r>
          </a:p>
        </p:txBody>
      </p:sp>
    </p:spTree>
    <p:extLst>
      <p:ext uri="{BB962C8B-B14F-4D97-AF65-F5344CB8AC3E}">
        <p14:creationId xmlns:p14="http://schemas.microsoft.com/office/powerpoint/2010/main" val="169940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B03E1825-680C-858E-5F58-2F9F2994102D}"/>
              </a:ext>
            </a:extLst>
          </p:cNvPr>
          <p:cNvGrpSpPr/>
          <p:nvPr/>
        </p:nvGrpSpPr>
        <p:grpSpPr>
          <a:xfrm>
            <a:off x="2788920" y="220980"/>
            <a:ext cx="2133598" cy="563879"/>
            <a:chOff x="2636520" y="68580"/>
            <a:chExt cx="2133598" cy="563879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75EBE03-4341-D495-9415-B9218DC8C77B}"/>
                </a:ext>
              </a:extLst>
            </p:cNvPr>
            <p:cNvSpPr/>
            <p:nvPr/>
          </p:nvSpPr>
          <p:spPr>
            <a:xfrm>
              <a:off x="2636520" y="266701"/>
              <a:ext cx="2133598" cy="36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BA44ADAB-425B-FB89-662C-CDA65584960F}"/>
                </a:ext>
              </a:extLst>
            </p:cNvPr>
            <p:cNvCxnSpPr>
              <a:cxnSpLocks/>
            </p:cNvCxnSpPr>
            <p:nvPr/>
          </p:nvCxnSpPr>
          <p:spPr>
            <a:xfrm>
              <a:off x="2636520" y="68580"/>
              <a:ext cx="213359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E692C4D-DD7E-058C-72A1-68A66B736719}"/>
              </a:ext>
            </a:extLst>
          </p:cNvPr>
          <p:cNvCxnSpPr/>
          <p:nvPr/>
        </p:nvCxnSpPr>
        <p:spPr>
          <a:xfrm flipH="1">
            <a:off x="3943619" y="590820"/>
            <a:ext cx="796801" cy="2303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746CC72-92D9-6498-BB23-99D76E1140A2}"/>
              </a:ext>
            </a:extLst>
          </p:cNvPr>
          <p:cNvCxnSpPr/>
          <p:nvPr/>
        </p:nvCxnSpPr>
        <p:spPr>
          <a:xfrm flipH="1">
            <a:off x="3954779" y="590820"/>
            <a:ext cx="442111" cy="2647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9B24892-73C9-EC66-F0DA-3D9B579F9BA9}"/>
              </a:ext>
            </a:extLst>
          </p:cNvPr>
          <p:cNvCxnSpPr/>
          <p:nvPr/>
        </p:nvCxnSpPr>
        <p:spPr>
          <a:xfrm flipH="1">
            <a:off x="3954779" y="601980"/>
            <a:ext cx="98581" cy="29798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5AE794E8-6A18-1AA9-04D7-753B8EF3ED69}"/>
              </a:ext>
            </a:extLst>
          </p:cNvPr>
          <p:cNvCxnSpPr>
            <a:cxnSpLocks/>
          </p:cNvCxnSpPr>
          <p:nvPr/>
        </p:nvCxnSpPr>
        <p:spPr>
          <a:xfrm>
            <a:off x="3709830" y="601980"/>
            <a:ext cx="244949" cy="332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712DB85-84C4-7527-6A92-60530495B2D1}"/>
              </a:ext>
            </a:extLst>
          </p:cNvPr>
          <p:cNvCxnSpPr/>
          <p:nvPr/>
        </p:nvCxnSpPr>
        <p:spPr>
          <a:xfrm>
            <a:off x="3346800" y="590820"/>
            <a:ext cx="596819" cy="36976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7404A37-7A88-ED42-E9DF-D29AA691F121}"/>
              </a:ext>
            </a:extLst>
          </p:cNvPr>
          <p:cNvCxnSpPr/>
          <p:nvPr/>
        </p:nvCxnSpPr>
        <p:spPr>
          <a:xfrm>
            <a:off x="2983770" y="601980"/>
            <a:ext cx="959849" cy="4049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D03E89A-D04D-8B22-987D-C30ED05CE1A0}"/>
              </a:ext>
            </a:extLst>
          </p:cNvPr>
          <p:cNvGrpSpPr/>
          <p:nvPr/>
        </p:nvGrpSpPr>
        <p:grpSpPr>
          <a:xfrm rot="16200000">
            <a:off x="2788919" y="3497581"/>
            <a:ext cx="2133598" cy="563879"/>
            <a:chOff x="2636520" y="68580"/>
            <a:chExt cx="2133598" cy="563879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F83E8F0-E678-22BE-F0DD-FD89BD0712EB}"/>
                </a:ext>
              </a:extLst>
            </p:cNvPr>
            <p:cNvSpPr/>
            <p:nvPr/>
          </p:nvSpPr>
          <p:spPr>
            <a:xfrm>
              <a:off x="2636520" y="266701"/>
              <a:ext cx="2133598" cy="36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9D62827D-5C46-542B-53DC-D9825F5D17A0}"/>
                </a:ext>
              </a:extLst>
            </p:cNvPr>
            <p:cNvCxnSpPr>
              <a:cxnSpLocks/>
            </p:cNvCxnSpPr>
            <p:nvPr/>
          </p:nvCxnSpPr>
          <p:spPr>
            <a:xfrm>
              <a:off x="2636520" y="68580"/>
              <a:ext cx="213359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9216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BA9A-D791-7A50-B406-AE4BAC68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609054F-DAB7-E384-2B6C-A08160E968F8}"/>
              </a:ext>
            </a:extLst>
          </p:cNvPr>
          <p:cNvGrpSpPr/>
          <p:nvPr/>
        </p:nvGrpSpPr>
        <p:grpSpPr>
          <a:xfrm>
            <a:off x="2788920" y="220980"/>
            <a:ext cx="2133598" cy="563879"/>
            <a:chOff x="2636520" y="68580"/>
            <a:chExt cx="2133598" cy="56387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9616BE5-3915-0F91-B4FE-63D051C780F0}"/>
                </a:ext>
              </a:extLst>
            </p:cNvPr>
            <p:cNvSpPr/>
            <p:nvPr/>
          </p:nvSpPr>
          <p:spPr>
            <a:xfrm>
              <a:off x="2636520" y="266701"/>
              <a:ext cx="2133598" cy="36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AC1FE632-85B3-9897-E955-14FEEB09D6E0}"/>
                </a:ext>
              </a:extLst>
            </p:cNvPr>
            <p:cNvCxnSpPr>
              <a:cxnSpLocks/>
            </p:cNvCxnSpPr>
            <p:nvPr/>
          </p:nvCxnSpPr>
          <p:spPr>
            <a:xfrm>
              <a:off x="2636520" y="68580"/>
              <a:ext cx="213359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55F87E-F07A-9239-74AC-AD5A50B588F7}"/>
              </a:ext>
            </a:extLst>
          </p:cNvPr>
          <p:cNvSpPr/>
          <p:nvPr/>
        </p:nvSpPr>
        <p:spPr>
          <a:xfrm>
            <a:off x="4563992" y="2413382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6502A6-0803-DB10-0021-EC348FAD84C7}"/>
              </a:ext>
            </a:extLst>
          </p:cNvPr>
          <p:cNvSpPr/>
          <p:nvPr/>
        </p:nvSpPr>
        <p:spPr>
          <a:xfrm>
            <a:off x="4216798" y="2758439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9762BB6-9C36-5DA2-DE43-318253CAFA6E}"/>
              </a:ext>
            </a:extLst>
          </p:cNvPr>
          <p:cNvSpPr/>
          <p:nvPr/>
        </p:nvSpPr>
        <p:spPr>
          <a:xfrm>
            <a:off x="3869603" y="3124197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04F9AFD-27C6-9784-7907-E33F8C674AF7}"/>
              </a:ext>
            </a:extLst>
          </p:cNvPr>
          <p:cNvSpPr/>
          <p:nvPr/>
        </p:nvSpPr>
        <p:spPr>
          <a:xfrm>
            <a:off x="3516743" y="3501113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79D51F-AFB1-4328-FCAA-2A1950FECB94}"/>
              </a:ext>
            </a:extLst>
          </p:cNvPr>
          <p:cNvSpPr/>
          <p:nvPr/>
        </p:nvSpPr>
        <p:spPr>
          <a:xfrm>
            <a:off x="3166791" y="3878029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06490ED-6516-0628-8E8D-82EA69493E7C}"/>
              </a:ext>
            </a:extLst>
          </p:cNvPr>
          <p:cNvSpPr/>
          <p:nvPr/>
        </p:nvSpPr>
        <p:spPr>
          <a:xfrm>
            <a:off x="2813931" y="4254945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9E7818-6362-CB7C-07B3-3721ECAA4AC7}"/>
              </a:ext>
            </a:extLst>
          </p:cNvPr>
          <p:cNvSpPr txBox="1"/>
          <p:nvPr/>
        </p:nvSpPr>
        <p:spPr>
          <a:xfrm>
            <a:off x="1988821" y="4311824"/>
            <a:ext cx="67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클릭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A832CE0-1F38-770E-DE02-5BE97BC27421}"/>
              </a:ext>
            </a:extLst>
          </p:cNvPr>
          <p:cNvGrpSpPr/>
          <p:nvPr/>
        </p:nvGrpSpPr>
        <p:grpSpPr>
          <a:xfrm rot="16200000">
            <a:off x="6202685" y="3177540"/>
            <a:ext cx="2133598" cy="563879"/>
            <a:chOff x="2636520" y="68580"/>
            <a:chExt cx="2133598" cy="563879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6BA96F28-A10C-6255-6DF4-8F276E634D1A}"/>
                </a:ext>
              </a:extLst>
            </p:cNvPr>
            <p:cNvSpPr/>
            <p:nvPr/>
          </p:nvSpPr>
          <p:spPr>
            <a:xfrm>
              <a:off x="2636520" y="266701"/>
              <a:ext cx="2133598" cy="36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5A1CA90E-3275-E7D7-1A12-538EA9A4284C}"/>
                </a:ext>
              </a:extLst>
            </p:cNvPr>
            <p:cNvCxnSpPr>
              <a:cxnSpLocks/>
            </p:cNvCxnSpPr>
            <p:nvPr/>
          </p:nvCxnSpPr>
          <p:spPr>
            <a:xfrm>
              <a:off x="2636520" y="68580"/>
              <a:ext cx="213359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2474DE4-2CCD-832D-4031-FE5BE470C41C}"/>
              </a:ext>
            </a:extLst>
          </p:cNvPr>
          <p:cNvCxnSpPr/>
          <p:nvPr/>
        </p:nvCxnSpPr>
        <p:spPr>
          <a:xfrm>
            <a:off x="4718937" y="601980"/>
            <a:ext cx="27151" cy="19735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7F764D6-9A32-EAC9-58DF-D4EED8101FDD}"/>
              </a:ext>
            </a:extLst>
          </p:cNvPr>
          <p:cNvCxnSpPr>
            <a:cxnSpLocks/>
          </p:cNvCxnSpPr>
          <p:nvPr/>
        </p:nvCxnSpPr>
        <p:spPr>
          <a:xfrm>
            <a:off x="4746088" y="2582073"/>
            <a:ext cx="2622457" cy="14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A82E07B-53FA-63A0-FFB9-B977ECA24517}"/>
              </a:ext>
            </a:extLst>
          </p:cNvPr>
          <p:cNvCxnSpPr/>
          <p:nvPr/>
        </p:nvCxnSpPr>
        <p:spPr>
          <a:xfrm>
            <a:off x="4375614" y="601980"/>
            <a:ext cx="17614" cy="2337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97F30E2-00AF-C374-D77A-47537FDD4C45}"/>
              </a:ext>
            </a:extLst>
          </p:cNvPr>
          <p:cNvCxnSpPr/>
          <p:nvPr/>
        </p:nvCxnSpPr>
        <p:spPr>
          <a:xfrm>
            <a:off x="4046033" y="601980"/>
            <a:ext cx="0" cy="27050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C509000-FF3D-76D4-0128-B5D123391379}"/>
              </a:ext>
            </a:extLst>
          </p:cNvPr>
          <p:cNvCxnSpPr/>
          <p:nvPr/>
        </p:nvCxnSpPr>
        <p:spPr>
          <a:xfrm>
            <a:off x="3686215" y="601980"/>
            <a:ext cx="0" cy="3082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F5B841B0-AB4D-7C7C-EF33-40D76C66E83B}"/>
              </a:ext>
            </a:extLst>
          </p:cNvPr>
          <p:cNvCxnSpPr>
            <a:cxnSpLocks/>
          </p:cNvCxnSpPr>
          <p:nvPr/>
        </p:nvCxnSpPr>
        <p:spPr>
          <a:xfrm>
            <a:off x="3326398" y="601980"/>
            <a:ext cx="13915" cy="3458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280D93DC-0B25-30AD-2BD8-3682010171A7}"/>
              </a:ext>
            </a:extLst>
          </p:cNvPr>
          <p:cNvCxnSpPr/>
          <p:nvPr/>
        </p:nvCxnSpPr>
        <p:spPr>
          <a:xfrm>
            <a:off x="2977560" y="601980"/>
            <a:ext cx="12801" cy="3835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3EED6D6-AE41-94B3-5E14-481EFEDC143E}"/>
              </a:ext>
            </a:extLst>
          </p:cNvPr>
          <p:cNvCxnSpPr/>
          <p:nvPr/>
        </p:nvCxnSpPr>
        <p:spPr>
          <a:xfrm>
            <a:off x="4393228" y="2939584"/>
            <a:ext cx="2975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956F0407-2091-345F-5BC9-5B485AB11843}"/>
              </a:ext>
            </a:extLst>
          </p:cNvPr>
          <p:cNvCxnSpPr/>
          <p:nvPr/>
        </p:nvCxnSpPr>
        <p:spPr>
          <a:xfrm flipV="1">
            <a:off x="4046033" y="3269165"/>
            <a:ext cx="3322512" cy="379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B7B72EF-BA47-84D7-C2A5-A77261E929FC}"/>
              </a:ext>
            </a:extLst>
          </p:cNvPr>
          <p:cNvCxnSpPr/>
          <p:nvPr/>
        </p:nvCxnSpPr>
        <p:spPr>
          <a:xfrm flipV="1">
            <a:off x="3693173" y="3628983"/>
            <a:ext cx="3675372" cy="5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974862D-947A-5BE2-746C-604C7021A469}"/>
              </a:ext>
            </a:extLst>
          </p:cNvPr>
          <p:cNvCxnSpPr/>
          <p:nvPr/>
        </p:nvCxnSpPr>
        <p:spPr>
          <a:xfrm flipV="1">
            <a:off x="3340313" y="3988800"/>
            <a:ext cx="4028232" cy="72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C4F7EF23-B7CC-2773-D64C-A774839CE966}"/>
              </a:ext>
            </a:extLst>
          </p:cNvPr>
          <p:cNvCxnSpPr/>
          <p:nvPr/>
        </p:nvCxnSpPr>
        <p:spPr>
          <a:xfrm flipV="1">
            <a:off x="2977560" y="4337638"/>
            <a:ext cx="4390985" cy="10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80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A4317F5-8D3F-62DB-46DD-C06B36DD7BDD}"/>
              </a:ext>
            </a:extLst>
          </p:cNvPr>
          <p:cNvCxnSpPr/>
          <p:nvPr/>
        </p:nvCxnSpPr>
        <p:spPr>
          <a:xfrm>
            <a:off x="4381500" y="619125"/>
            <a:ext cx="0" cy="76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E166E30-CDCF-D1D2-EB14-F368AAF34568}"/>
              </a:ext>
            </a:extLst>
          </p:cNvPr>
          <p:cNvCxnSpPr>
            <a:cxnSpLocks/>
          </p:cNvCxnSpPr>
          <p:nvPr/>
        </p:nvCxnSpPr>
        <p:spPr>
          <a:xfrm>
            <a:off x="4143375" y="619125"/>
            <a:ext cx="0" cy="990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E1484CB-B1E6-4863-C3A4-E637169687F6}"/>
              </a:ext>
            </a:extLst>
          </p:cNvPr>
          <p:cNvCxnSpPr>
            <a:cxnSpLocks/>
          </p:cNvCxnSpPr>
          <p:nvPr/>
        </p:nvCxnSpPr>
        <p:spPr>
          <a:xfrm>
            <a:off x="3905250" y="619125"/>
            <a:ext cx="0" cy="1247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B2DEFEB-8706-E4AC-30D5-95B88BC39D11}"/>
              </a:ext>
            </a:extLst>
          </p:cNvPr>
          <p:cNvCxnSpPr>
            <a:cxnSpLocks/>
          </p:cNvCxnSpPr>
          <p:nvPr/>
        </p:nvCxnSpPr>
        <p:spPr>
          <a:xfrm>
            <a:off x="3667125" y="619125"/>
            <a:ext cx="0" cy="1468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F96BB85-BBAC-08FB-D528-A11E5E14D623}"/>
              </a:ext>
            </a:extLst>
          </p:cNvPr>
          <p:cNvCxnSpPr/>
          <p:nvPr/>
        </p:nvCxnSpPr>
        <p:spPr>
          <a:xfrm>
            <a:off x="4382905" y="1381125"/>
            <a:ext cx="838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E3E3DC0-49F2-DA31-5AE0-0DB9230C7471}"/>
              </a:ext>
            </a:extLst>
          </p:cNvPr>
          <p:cNvCxnSpPr>
            <a:cxnSpLocks/>
          </p:cNvCxnSpPr>
          <p:nvPr/>
        </p:nvCxnSpPr>
        <p:spPr>
          <a:xfrm>
            <a:off x="4143375" y="1609725"/>
            <a:ext cx="10777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3D03B84-14F9-AD33-7F9C-D635B13B4759}"/>
              </a:ext>
            </a:extLst>
          </p:cNvPr>
          <p:cNvCxnSpPr>
            <a:cxnSpLocks/>
          </p:cNvCxnSpPr>
          <p:nvPr/>
        </p:nvCxnSpPr>
        <p:spPr>
          <a:xfrm>
            <a:off x="3905250" y="1866900"/>
            <a:ext cx="1315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48332A7-7A89-5DC9-79A6-8E6310D207D6}"/>
              </a:ext>
            </a:extLst>
          </p:cNvPr>
          <p:cNvCxnSpPr>
            <a:cxnSpLocks/>
          </p:cNvCxnSpPr>
          <p:nvPr/>
        </p:nvCxnSpPr>
        <p:spPr>
          <a:xfrm>
            <a:off x="3667125" y="2087378"/>
            <a:ext cx="15539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81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8329E7-C175-A5BF-2840-8CEC5C332610}"/>
              </a:ext>
            </a:extLst>
          </p:cNvPr>
          <p:cNvSpPr/>
          <p:nvPr/>
        </p:nvSpPr>
        <p:spPr>
          <a:xfrm>
            <a:off x="2057401" y="1038225"/>
            <a:ext cx="2057400" cy="495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CA364DE-C1C6-CBEA-7DEE-374A55FD59DB}"/>
              </a:ext>
            </a:extLst>
          </p:cNvPr>
          <p:cNvSpPr/>
          <p:nvPr/>
        </p:nvSpPr>
        <p:spPr>
          <a:xfrm>
            <a:off x="2190750" y="1213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4220900-29D3-ED54-9470-257E6729291F}"/>
              </a:ext>
            </a:extLst>
          </p:cNvPr>
          <p:cNvSpPr/>
          <p:nvPr/>
        </p:nvSpPr>
        <p:spPr>
          <a:xfrm>
            <a:off x="2724150" y="1213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D8B5B5C-CD67-794A-08FF-5A1B1ADBDDAE}"/>
              </a:ext>
            </a:extLst>
          </p:cNvPr>
          <p:cNvSpPr/>
          <p:nvPr/>
        </p:nvSpPr>
        <p:spPr>
          <a:xfrm>
            <a:off x="3257550" y="1213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1B4FEE-0E23-0305-733C-DED245D0D865}"/>
              </a:ext>
            </a:extLst>
          </p:cNvPr>
          <p:cNvSpPr/>
          <p:nvPr/>
        </p:nvSpPr>
        <p:spPr>
          <a:xfrm>
            <a:off x="3790950" y="1213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52042E-2CCB-5510-899C-CC4FA7EB9076}"/>
              </a:ext>
            </a:extLst>
          </p:cNvPr>
          <p:cNvSpPr/>
          <p:nvPr/>
        </p:nvSpPr>
        <p:spPr>
          <a:xfrm>
            <a:off x="1974750" y="3895725"/>
            <a:ext cx="466725" cy="495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08EECB6-6E17-8C4A-9927-75240E8BB4C8}"/>
              </a:ext>
            </a:extLst>
          </p:cNvPr>
          <p:cNvSpPr/>
          <p:nvPr/>
        </p:nvSpPr>
        <p:spPr>
          <a:xfrm>
            <a:off x="2118750" y="40713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3B0828-3A1A-6280-2E0F-612945E3B956}"/>
              </a:ext>
            </a:extLst>
          </p:cNvPr>
          <p:cNvSpPr/>
          <p:nvPr/>
        </p:nvSpPr>
        <p:spPr>
          <a:xfrm>
            <a:off x="2436150" y="3400425"/>
            <a:ext cx="466725" cy="495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01CC2EE-DFD8-8713-573A-9CF4A7C5B161}"/>
              </a:ext>
            </a:extLst>
          </p:cNvPr>
          <p:cNvSpPr/>
          <p:nvPr/>
        </p:nvSpPr>
        <p:spPr>
          <a:xfrm>
            <a:off x="2580150" y="35760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7FB168-2C5B-5A94-0020-D480E8EEB4BC}"/>
              </a:ext>
            </a:extLst>
          </p:cNvPr>
          <p:cNvSpPr/>
          <p:nvPr/>
        </p:nvSpPr>
        <p:spPr>
          <a:xfrm>
            <a:off x="2897850" y="2905125"/>
            <a:ext cx="466725" cy="495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ED49434-979E-6923-EF72-9352AA01E041}"/>
              </a:ext>
            </a:extLst>
          </p:cNvPr>
          <p:cNvSpPr/>
          <p:nvPr/>
        </p:nvSpPr>
        <p:spPr>
          <a:xfrm>
            <a:off x="3041850" y="30807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F7A55C6-8C4E-848D-0190-ED61F13CDEC0}"/>
              </a:ext>
            </a:extLst>
          </p:cNvPr>
          <p:cNvSpPr/>
          <p:nvPr/>
        </p:nvSpPr>
        <p:spPr>
          <a:xfrm>
            <a:off x="3364575" y="2409825"/>
            <a:ext cx="466725" cy="495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6EC9CDF-63B9-E099-0781-7443FB9944E1}"/>
              </a:ext>
            </a:extLst>
          </p:cNvPr>
          <p:cNvSpPr/>
          <p:nvPr/>
        </p:nvSpPr>
        <p:spPr>
          <a:xfrm>
            <a:off x="3508575" y="25854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42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CF06EC-11C2-0B2D-7DA3-669A9EC60DAC}"/>
              </a:ext>
            </a:extLst>
          </p:cNvPr>
          <p:cNvSpPr/>
          <p:nvPr/>
        </p:nvSpPr>
        <p:spPr>
          <a:xfrm>
            <a:off x="3524250" y="1247775"/>
            <a:ext cx="2867025" cy="2514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EDF9E-E329-F3D5-AB10-820FBB534B00}"/>
              </a:ext>
            </a:extLst>
          </p:cNvPr>
          <p:cNvSpPr txBox="1"/>
          <p:nvPr/>
        </p:nvSpPr>
        <p:spPr>
          <a:xfrm>
            <a:off x="3743324" y="2181225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width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FDC31-C9C1-A146-7872-B8F71FCE4475}"/>
              </a:ext>
            </a:extLst>
          </p:cNvPr>
          <p:cNvSpPr txBox="1"/>
          <p:nvPr/>
        </p:nvSpPr>
        <p:spPr>
          <a:xfrm>
            <a:off x="3743323" y="2550557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height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72CD93-466C-FD3B-7FF4-39D8E2AD4C76}"/>
              </a:ext>
            </a:extLst>
          </p:cNvPr>
          <p:cNvSpPr/>
          <p:nvPr/>
        </p:nvSpPr>
        <p:spPr>
          <a:xfrm>
            <a:off x="4762500" y="2181225"/>
            <a:ext cx="14763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8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4A1EB5-737E-8631-D7A5-79C0EE6503DB}"/>
              </a:ext>
            </a:extLst>
          </p:cNvPr>
          <p:cNvSpPr/>
          <p:nvPr/>
        </p:nvSpPr>
        <p:spPr>
          <a:xfrm>
            <a:off x="4762499" y="2604016"/>
            <a:ext cx="14763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6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2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28EDDB-C25E-C08C-AB77-2BEF0939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10" y="874492"/>
            <a:ext cx="4334480" cy="3153215"/>
          </a:xfrm>
          <a:prstGeom prst="rect">
            <a:avLst/>
          </a:prstGeom>
        </p:spPr>
      </p:pic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222FBE45-2F63-14BB-5F00-9E745D9447CF}"/>
              </a:ext>
            </a:extLst>
          </p:cNvPr>
          <p:cNvSpPr/>
          <p:nvPr/>
        </p:nvSpPr>
        <p:spPr>
          <a:xfrm>
            <a:off x="4781550" y="2870200"/>
            <a:ext cx="180000" cy="180000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곱하기 기호 7">
            <a:extLst>
              <a:ext uri="{FF2B5EF4-FFF2-40B4-BE49-F238E27FC236}">
                <a16:creationId xmlns:a16="http://schemas.microsoft.com/office/drawing/2014/main" id="{86D0ABC8-B704-489C-B0BE-E9CE09B835CD}"/>
              </a:ext>
            </a:extLst>
          </p:cNvPr>
          <p:cNvSpPr/>
          <p:nvPr/>
        </p:nvSpPr>
        <p:spPr>
          <a:xfrm>
            <a:off x="4550750" y="2451099"/>
            <a:ext cx="180000" cy="180000"/>
          </a:xfrm>
          <a:prstGeom prst="mathMultiply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697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08CDB-8F51-337F-B970-7F1AAA63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31845D90-65D5-29A0-C1C6-E349FF27CFE5}"/>
              </a:ext>
            </a:extLst>
          </p:cNvPr>
          <p:cNvGrpSpPr/>
          <p:nvPr/>
        </p:nvGrpSpPr>
        <p:grpSpPr>
          <a:xfrm>
            <a:off x="2788920" y="220980"/>
            <a:ext cx="2133598" cy="563879"/>
            <a:chOff x="2636520" y="68580"/>
            <a:chExt cx="2133598" cy="56387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236E48B-A7CD-3B9D-EB23-C751187616F5}"/>
                </a:ext>
              </a:extLst>
            </p:cNvPr>
            <p:cNvSpPr/>
            <p:nvPr/>
          </p:nvSpPr>
          <p:spPr>
            <a:xfrm>
              <a:off x="2636520" y="266701"/>
              <a:ext cx="2133598" cy="36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19D45308-9FE9-C0FA-22E1-F6D9DD79E2FD}"/>
                </a:ext>
              </a:extLst>
            </p:cNvPr>
            <p:cNvCxnSpPr>
              <a:cxnSpLocks/>
            </p:cNvCxnSpPr>
            <p:nvPr/>
          </p:nvCxnSpPr>
          <p:spPr>
            <a:xfrm>
              <a:off x="2636520" y="68580"/>
              <a:ext cx="213359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902A89-2BAE-9CE4-03C6-DC16A69A7AD0}"/>
              </a:ext>
            </a:extLst>
          </p:cNvPr>
          <p:cNvSpPr/>
          <p:nvPr/>
        </p:nvSpPr>
        <p:spPr>
          <a:xfrm>
            <a:off x="4563992" y="2413382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3C0E17-9486-4FE1-425A-CA91DDEAD633}"/>
              </a:ext>
            </a:extLst>
          </p:cNvPr>
          <p:cNvSpPr/>
          <p:nvPr/>
        </p:nvSpPr>
        <p:spPr>
          <a:xfrm>
            <a:off x="4216798" y="2758439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94BF85-2552-5398-D8BE-621E4FF97E0A}"/>
              </a:ext>
            </a:extLst>
          </p:cNvPr>
          <p:cNvSpPr/>
          <p:nvPr/>
        </p:nvSpPr>
        <p:spPr>
          <a:xfrm>
            <a:off x="3869603" y="3124197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7852EC9-A798-12EA-9AB4-C9ABB8A6B992}"/>
              </a:ext>
            </a:extLst>
          </p:cNvPr>
          <p:cNvSpPr/>
          <p:nvPr/>
        </p:nvSpPr>
        <p:spPr>
          <a:xfrm>
            <a:off x="3516743" y="3501113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FB568C-155C-0CB5-048F-4E52BE06FFD7}"/>
              </a:ext>
            </a:extLst>
          </p:cNvPr>
          <p:cNvSpPr/>
          <p:nvPr/>
        </p:nvSpPr>
        <p:spPr>
          <a:xfrm>
            <a:off x="3166791" y="3878029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0B2C024-5538-3E50-9A3B-472B6706299C}"/>
              </a:ext>
            </a:extLst>
          </p:cNvPr>
          <p:cNvSpPr/>
          <p:nvPr/>
        </p:nvSpPr>
        <p:spPr>
          <a:xfrm>
            <a:off x="2813931" y="4254945"/>
            <a:ext cx="352860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B110B50-9A9D-1384-FDB7-6D183599AB28}"/>
              </a:ext>
            </a:extLst>
          </p:cNvPr>
          <p:cNvGrpSpPr/>
          <p:nvPr/>
        </p:nvGrpSpPr>
        <p:grpSpPr>
          <a:xfrm rot="16200000">
            <a:off x="6202685" y="3177540"/>
            <a:ext cx="2133598" cy="563879"/>
            <a:chOff x="2636520" y="68580"/>
            <a:chExt cx="2133598" cy="563879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E1198BA-935B-8778-AC4E-FAF920202685}"/>
                </a:ext>
              </a:extLst>
            </p:cNvPr>
            <p:cNvSpPr/>
            <p:nvPr/>
          </p:nvSpPr>
          <p:spPr>
            <a:xfrm>
              <a:off x="2636520" y="266701"/>
              <a:ext cx="2133598" cy="36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8C3A45B2-66D6-DF12-98E8-3E3383053CEC}"/>
                </a:ext>
              </a:extLst>
            </p:cNvPr>
            <p:cNvCxnSpPr>
              <a:cxnSpLocks/>
            </p:cNvCxnSpPr>
            <p:nvPr/>
          </p:nvCxnSpPr>
          <p:spPr>
            <a:xfrm>
              <a:off x="2636520" y="68580"/>
              <a:ext cx="213359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CA46AA7-88B7-B4CF-DEF0-F874804CB227}"/>
              </a:ext>
            </a:extLst>
          </p:cNvPr>
          <p:cNvCxnSpPr/>
          <p:nvPr/>
        </p:nvCxnSpPr>
        <p:spPr>
          <a:xfrm>
            <a:off x="4718937" y="601980"/>
            <a:ext cx="27151" cy="19735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FA1B4FE-A83A-7D8F-A8E2-6F953F478D32}"/>
              </a:ext>
            </a:extLst>
          </p:cNvPr>
          <p:cNvCxnSpPr>
            <a:cxnSpLocks/>
          </p:cNvCxnSpPr>
          <p:nvPr/>
        </p:nvCxnSpPr>
        <p:spPr>
          <a:xfrm>
            <a:off x="4746088" y="2582073"/>
            <a:ext cx="2622457" cy="14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DDBB25F-BC8C-80E8-AABB-93A69FE1A062}"/>
              </a:ext>
            </a:extLst>
          </p:cNvPr>
          <p:cNvCxnSpPr/>
          <p:nvPr/>
        </p:nvCxnSpPr>
        <p:spPr>
          <a:xfrm>
            <a:off x="4375614" y="601980"/>
            <a:ext cx="17614" cy="2337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FB5D1B0-C7C6-9AE6-A6F5-E4E35E981FB2}"/>
              </a:ext>
            </a:extLst>
          </p:cNvPr>
          <p:cNvCxnSpPr/>
          <p:nvPr/>
        </p:nvCxnSpPr>
        <p:spPr>
          <a:xfrm>
            <a:off x="4046033" y="601980"/>
            <a:ext cx="0" cy="27050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DB4BD39-6E12-568C-3CF7-0F1E3CD717DE}"/>
              </a:ext>
            </a:extLst>
          </p:cNvPr>
          <p:cNvCxnSpPr/>
          <p:nvPr/>
        </p:nvCxnSpPr>
        <p:spPr>
          <a:xfrm>
            <a:off x="3686215" y="601980"/>
            <a:ext cx="0" cy="3082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CEF0AB4-2016-DB84-3CDD-80C4C825267B}"/>
              </a:ext>
            </a:extLst>
          </p:cNvPr>
          <p:cNvCxnSpPr>
            <a:cxnSpLocks/>
          </p:cNvCxnSpPr>
          <p:nvPr/>
        </p:nvCxnSpPr>
        <p:spPr>
          <a:xfrm>
            <a:off x="3326398" y="601980"/>
            <a:ext cx="13915" cy="34589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E5939CC-E325-9C32-BCB6-EC86BADA493E}"/>
              </a:ext>
            </a:extLst>
          </p:cNvPr>
          <p:cNvCxnSpPr/>
          <p:nvPr/>
        </p:nvCxnSpPr>
        <p:spPr>
          <a:xfrm>
            <a:off x="2977560" y="601980"/>
            <a:ext cx="12801" cy="3835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B4D99988-E799-2E85-D50F-DEAA98BB5CF2}"/>
              </a:ext>
            </a:extLst>
          </p:cNvPr>
          <p:cNvCxnSpPr/>
          <p:nvPr/>
        </p:nvCxnSpPr>
        <p:spPr>
          <a:xfrm>
            <a:off x="4393228" y="2939584"/>
            <a:ext cx="29753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7B755E6-C66B-0932-48EB-EBC0293FB2FF}"/>
              </a:ext>
            </a:extLst>
          </p:cNvPr>
          <p:cNvCxnSpPr/>
          <p:nvPr/>
        </p:nvCxnSpPr>
        <p:spPr>
          <a:xfrm flipV="1">
            <a:off x="4046033" y="3269165"/>
            <a:ext cx="3322512" cy="379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9B130A2-F987-8794-26F2-2236BDF41481}"/>
              </a:ext>
            </a:extLst>
          </p:cNvPr>
          <p:cNvCxnSpPr/>
          <p:nvPr/>
        </p:nvCxnSpPr>
        <p:spPr>
          <a:xfrm flipV="1">
            <a:off x="3693173" y="3628983"/>
            <a:ext cx="3675372" cy="5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6B6A3ED-EFC4-FD11-C756-FEEF80952470}"/>
              </a:ext>
            </a:extLst>
          </p:cNvPr>
          <p:cNvCxnSpPr/>
          <p:nvPr/>
        </p:nvCxnSpPr>
        <p:spPr>
          <a:xfrm flipV="1">
            <a:off x="3340313" y="3988800"/>
            <a:ext cx="4028232" cy="72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68AFAFF2-2B74-ED5F-F68A-63A11E4A3A74}"/>
              </a:ext>
            </a:extLst>
          </p:cNvPr>
          <p:cNvCxnSpPr/>
          <p:nvPr/>
        </p:nvCxnSpPr>
        <p:spPr>
          <a:xfrm flipV="1">
            <a:off x="2977560" y="4337638"/>
            <a:ext cx="4390985" cy="100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47D9-BA21-13D6-1F6A-F61D367F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A4F36EF-C867-D181-CF3C-585D21572319}"/>
              </a:ext>
            </a:extLst>
          </p:cNvPr>
          <p:cNvSpPr/>
          <p:nvPr/>
        </p:nvSpPr>
        <p:spPr>
          <a:xfrm>
            <a:off x="2846070" y="419101"/>
            <a:ext cx="2133598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4EC8F7F-04E9-EC51-84C4-5FD78D33C6EA}"/>
              </a:ext>
            </a:extLst>
          </p:cNvPr>
          <p:cNvSpPr/>
          <p:nvPr/>
        </p:nvSpPr>
        <p:spPr>
          <a:xfrm rot="16200000">
            <a:off x="6301746" y="3276601"/>
            <a:ext cx="2133598" cy="365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A134B8F-42FD-20DE-C31C-E65AAAE91201}"/>
              </a:ext>
            </a:extLst>
          </p:cNvPr>
          <p:cNvSpPr/>
          <p:nvPr/>
        </p:nvSpPr>
        <p:spPr>
          <a:xfrm>
            <a:off x="3533775" y="784859"/>
            <a:ext cx="3651891" cy="3120391"/>
          </a:xfrm>
          <a:custGeom>
            <a:avLst/>
            <a:gdLst>
              <a:gd name="csX0" fmla="*/ 0 w 3651891"/>
              <a:gd name="csY0" fmla="*/ 0 h 3120391"/>
              <a:gd name="csX1" fmla="*/ 857250 w 3651891"/>
              <a:gd name="csY1" fmla="*/ 0 h 3120391"/>
              <a:gd name="csX2" fmla="*/ 857250 w 3651891"/>
              <a:gd name="csY2" fmla="*/ 2133598 h 3120391"/>
              <a:gd name="csX3" fmla="*/ 3651891 w 3651891"/>
              <a:gd name="csY3" fmla="*/ 2133598 h 3120391"/>
              <a:gd name="csX4" fmla="*/ 3651891 w 3651891"/>
              <a:gd name="csY4" fmla="*/ 3120391 h 3120391"/>
              <a:gd name="csX5" fmla="*/ 0 w 3651891"/>
              <a:gd name="csY5" fmla="*/ 3120391 h 3120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51891" h="3120391">
                <a:moveTo>
                  <a:pt x="0" y="0"/>
                </a:moveTo>
                <a:lnTo>
                  <a:pt x="857250" y="0"/>
                </a:lnTo>
                <a:lnTo>
                  <a:pt x="857250" y="2133598"/>
                </a:lnTo>
                <a:lnTo>
                  <a:pt x="3651891" y="2133598"/>
                </a:lnTo>
                <a:lnTo>
                  <a:pt x="3651891" y="3120391"/>
                </a:lnTo>
                <a:lnTo>
                  <a:pt x="0" y="3120391"/>
                </a:lnTo>
                <a:close/>
              </a:path>
            </a:pathLst>
          </a:cu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395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961B6818-8380-1D2C-29AE-A0A346C31F43}"/>
              </a:ext>
            </a:extLst>
          </p:cNvPr>
          <p:cNvGrpSpPr/>
          <p:nvPr/>
        </p:nvGrpSpPr>
        <p:grpSpPr>
          <a:xfrm>
            <a:off x="609600" y="1019174"/>
            <a:ext cx="5372100" cy="4524375"/>
            <a:chOff x="4010025" y="1352549"/>
            <a:chExt cx="5372100" cy="452437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AC0D575-43B8-A096-753F-C1786253CC4A}"/>
                </a:ext>
              </a:extLst>
            </p:cNvPr>
            <p:cNvSpPr/>
            <p:nvPr/>
          </p:nvSpPr>
          <p:spPr>
            <a:xfrm>
              <a:off x="5857875" y="1352549"/>
              <a:ext cx="542925" cy="4524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6F282762-5D2B-6342-1899-DF10720E9FA0}"/>
                </a:ext>
              </a:extLst>
            </p:cNvPr>
            <p:cNvCxnSpPr/>
            <p:nvPr/>
          </p:nvCxnSpPr>
          <p:spPr>
            <a:xfrm>
              <a:off x="4010025" y="1552575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09D7C8CD-0674-C9C1-5E88-EE70FFA57EA9}"/>
                </a:ext>
              </a:extLst>
            </p:cNvPr>
            <p:cNvCxnSpPr/>
            <p:nvPr/>
          </p:nvCxnSpPr>
          <p:spPr>
            <a:xfrm>
              <a:off x="4010025" y="232410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CC40C83-E19B-900B-15DB-034695123D0C}"/>
                </a:ext>
              </a:extLst>
            </p:cNvPr>
            <p:cNvCxnSpPr/>
            <p:nvPr/>
          </p:nvCxnSpPr>
          <p:spPr>
            <a:xfrm>
              <a:off x="4010025" y="316230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0ED1A15-92A6-E57E-47BD-2CE39FEE7D41}"/>
                </a:ext>
              </a:extLst>
            </p:cNvPr>
            <p:cNvCxnSpPr/>
            <p:nvPr/>
          </p:nvCxnSpPr>
          <p:spPr>
            <a:xfrm>
              <a:off x="4010025" y="396240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B3739F2-AEAE-228B-C9FD-124DBE50D819}"/>
                </a:ext>
              </a:extLst>
            </p:cNvPr>
            <p:cNvCxnSpPr/>
            <p:nvPr/>
          </p:nvCxnSpPr>
          <p:spPr>
            <a:xfrm>
              <a:off x="4010025" y="474345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EA90FF5-844E-01A8-8E4E-6D6FFB92D225}"/>
                </a:ext>
              </a:extLst>
            </p:cNvPr>
            <p:cNvCxnSpPr/>
            <p:nvPr/>
          </p:nvCxnSpPr>
          <p:spPr>
            <a:xfrm>
              <a:off x="4010025" y="550545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CCE843B-2438-5B8B-1DF7-915946475AD1}"/>
                </a:ext>
              </a:extLst>
            </p:cNvPr>
            <p:cNvSpPr/>
            <p:nvPr/>
          </p:nvSpPr>
          <p:spPr>
            <a:xfrm>
              <a:off x="6400800" y="2733675"/>
              <a:ext cx="2981325" cy="159067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A462B52-A28D-0374-6B9C-2F514F9D8BE6}"/>
              </a:ext>
            </a:extLst>
          </p:cNvPr>
          <p:cNvGrpSpPr/>
          <p:nvPr/>
        </p:nvGrpSpPr>
        <p:grpSpPr>
          <a:xfrm rot="10800000">
            <a:off x="5981700" y="847724"/>
            <a:ext cx="5372100" cy="4524375"/>
            <a:chOff x="4010025" y="1352549"/>
            <a:chExt cx="5372100" cy="452437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65FAC3-27D9-8CD5-A2F8-E0FCBCE476B7}"/>
                </a:ext>
              </a:extLst>
            </p:cNvPr>
            <p:cNvSpPr/>
            <p:nvPr/>
          </p:nvSpPr>
          <p:spPr>
            <a:xfrm>
              <a:off x="5857875" y="1352549"/>
              <a:ext cx="542925" cy="45243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6181E6B-A04C-87E3-8AAD-AD0956CC558B}"/>
                </a:ext>
              </a:extLst>
            </p:cNvPr>
            <p:cNvCxnSpPr/>
            <p:nvPr/>
          </p:nvCxnSpPr>
          <p:spPr>
            <a:xfrm>
              <a:off x="4010025" y="1552575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4ADEDAA-A7E8-82A6-EE7E-61D9F3B253A5}"/>
                </a:ext>
              </a:extLst>
            </p:cNvPr>
            <p:cNvCxnSpPr/>
            <p:nvPr/>
          </p:nvCxnSpPr>
          <p:spPr>
            <a:xfrm>
              <a:off x="4010025" y="232410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4AE68E8-480B-C06D-D919-F02DDC723554}"/>
                </a:ext>
              </a:extLst>
            </p:cNvPr>
            <p:cNvCxnSpPr/>
            <p:nvPr/>
          </p:nvCxnSpPr>
          <p:spPr>
            <a:xfrm>
              <a:off x="4010025" y="316230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DB67D79-8C3A-E64C-77DC-695E642DFC6B}"/>
                </a:ext>
              </a:extLst>
            </p:cNvPr>
            <p:cNvCxnSpPr/>
            <p:nvPr/>
          </p:nvCxnSpPr>
          <p:spPr>
            <a:xfrm>
              <a:off x="4010025" y="396240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01125FA-859D-4DAB-04A2-5C68DEAEB12B}"/>
                </a:ext>
              </a:extLst>
            </p:cNvPr>
            <p:cNvCxnSpPr/>
            <p:nvPr/>
          </p:nvCxnSpPr>
          <p:spPr>
            <a:xfrm>
              <a:off x="4010025" y="474345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8C7A3EC-2F43-D658-89D7-6D3A2E7A7B27}"/>
                </a:ext>
              </a:extLst>
            </p:cNvPr>
            <p:cNvCxnSpPr/>
            <p:nvPr/>
          </p:nvCxnSpPr>
          <p:spPr>
            <a:xfrm>
              <a:off x="4010025" y="5505450"/>
              <a:ext cx="18478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B8E831A-E028-E300-D7B6-4A117F3F9331}"/>
                </a:ext>
              </a:extLst>
            </p:cNvPr>
            <p:cNvSpPr/>
            <p:nvPr/>
          </p:nvSpPr>
          <p:spPr>
            <a:xfrm>
              <a:off x="6400800" y="2733675"/>
              <a:ext cx="2981325" cy="159067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9230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2CEDA1-B9C7-D493-4E2B-5E765DEC6E5E}"/>
              </a:ext>
            </a:extLst>
          </p:cNvPr>
          <p:cNvSpPr/>
          <p:nvPr/>
        </p:nvSpPr>
        <p:spPr>
          <a:xfrm>
            <a:off x="3043237" y="1266824"/>
            <a:ext cx="1323964" cy="768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28ACF6-B0AD-FA23-2D14-70EBE84BE2A9}"/>
              </a:ext>
            </a:extLst>
          </p:cNvPr>
          <p:cNvSpPr/>
          <p:nvPr/>
        </p:nvSpPr>
        <p:spPr>
          <a:xfrm>
            <a:off x="3614737" y="2035525"/>
            <a:ext cx="252410" cy="3885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0466E65-725C-C0BF-63EC-8F2BF819E662}"/>
              </a:ext>
            </a:extLst>
          </p:cNvPr>
          <p:cNvCxnSpPr>
            <a:cxnSpLocks/>
          </p:cNvCxnSpPr>
          <p:nvPr/>
        </p:nvCxnSpPr>
        <p:spPr>
          <a:xfrm>
            <a:off x="4510087" y="1266824"/>
            <a:ext cx="0" cy="768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CF26528-BF50-74DE-9369-E31C5C5A550A}"/>
              </a:ext>
            </a:extLst>
          </p:cNvPr>
          <p:cNvCxnSpPr>
            <a:cxnSpLocks/>
          </p:cNvCxnSpPr>
          <p:nvPr/>
        </p:nvCxnSpPr>
        <p:spPr>
          <a:xfrm>
            <a:off x="4510087" y="2035525"/>
            <a:ext cx="0" cy="3885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24AF6C4-23F9-65D7-E0A8-B823B38BC32E}"/>
              </a:ext>
            </a:extLst>
          </p:cNvPr>
          <p:cNvSpPr txBox="1"/>
          <p:nvPr/>
        </p:nvSpPr>
        <p:spPr>
          <a:xfrm>
            <a:off x="4700587" y="1503876"/>
            <a:ext cx="36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DBD1CC-F073-C8C3-6BA8-E117AB582D32}"/>
              </a:ext>
            </a:extLst>
          </p:cNvPr>
          <p:cNvSpPr txBox="1"/>
          <p:nvPr/>
        </p:nvSpPr>
        <p:spPr>
          <a:xfrm>
            <a:off x="4714876" y="2094307"/>
            <a:ext cx="361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BACC9F1-9869-120E-A5E2-E51C573CEB84}"/>
              </a:ext>
            </a:extLst>
          </p:cNvPr>
          <p:cNvGrpSpPr/>
          <p:nvPr/>
        </p:nvGrpSpPr>
        <p:grpSpPr>
          <a:xfrm>
            <a:off x="3014662" y="2578294"/>
            <a:ext cx="600075" cy="369332"/>
            <a:chOff x="3000375" y="2578294"/>
            <a:chExt cx="600075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6C72C9-F006-40DA-94B4-6F7669786C71}"/>
                </a:ext>
              </a:extLst>
            </p:cNvPr>
            <p:cNvSpPr txBox="1"/>
            <p:nvPr/>
          </p:nvSpPr>
          <p:spPr>
            <a:xfrm>
              <a:off x="3071814" y="2578294"/>
              <a:ext cx="504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2.5</a:t>
              </a:r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AAEAA329-8C8D-B432-2615-9DE60DDBC255}"/>
                </a:ext>
              </a:extLst>
            </p:cNvPr>
            <p:cNvCxnSpPr>
              <a:cxnSpLocks/>
            </p:cNvCxnSpPr>
            <p:nvPr/>
          </p:nvCxnSpPr>
          <p:spPr>
            <a:xfrm>
              <a:off x="3000375" y="2578294"/>
              <a:ext cx="60007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58AC282-41C7-991E-D88A-304D791985B9}"/>
              </a:ext>
            </a:extLst>
          </p:cNvPr>
          <p:cNvGrpSpPr/>
          <p:nvPr/>
        </p:nvGrpSpPr>
        <p:grpSpPr>
          <a:xfrm>
            <a:off x="3543300" y="2578294"/>
            <a:ext cx="361947" cy="369332"/>
            <a:chOff x="3071814" y="2578294"/>
            <a:chExt cx="361947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A02B33-83AD-D17E-00E2-309E8F1AF315}"/>
                </a:ext>
              </a:extLst>
            </p:cNvPr>
            <p:cNvSpPr txBox="1"/>
            <p:nvPr/>
          </p:nvSpPr>
          <p:spPr>
            <a:xfrm>
              <a:off x="3071814" y="2578294"/>
              <a:ext cx="3619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1</a:t>
              </a:r>
              <a:endParaRPr lang="ko-KR" altLang="en-US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6C7BC278-3AEB-C9BA-64B1-A0B0DD344D7B}"/>
                </a:ext>
              </a:extLst>
            </p:cNvPr>
            <p:cNvCxnSpPr>
              <a:cxnSpLocks/>
            </p:cNvCxnSpPr>
            <p:nvPr/>
          </p:nvCxnSpPr>
          <p:spPr>
            <a:xfrm>
              <a:off x="3119439" y="2578294"/>
              <a:ext cx="27622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F6A9DA6-8FA9-37D9-CA87-DB29820BEB7D}"/>
              </a:ext>
            </a:extLst>
          </p:cNvPr>
          <p:cNvGrpSpPr/>
          <p:nvPr/>
        </p:nvGrpSpPr>
        <p:grpSpPr>
          <a:xfrm>
            <a:off x="3867147" y="2573169"/>
            <a:ext cx="533403" cy="369332"/>
            <a:chOff x="2962275" y="2578294"/>
            <a:chExt cx="53340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F7B8E0-8270-7A5B-475A-FFF88CBB89A4}"/>
                </a:ext>
              </a:extLst>
            </p:cNvPr>
            <p:cNvSpPr txBox="1"/>
            <p:nvPr/>
          </p:nvSpPr>
          <p:spPr>
            <a:xfrm>
              <a:off x="2986087" y="2578294"/>
              <a:ext cx="509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2.5</a:t>
              </a:r>
              <a:endParaRPr lang="ko-KR" altLang="en-US"/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D362874-5DB2-D100-06BF-A1591A73CF41}"/>
                </a:ext>
              </a:extLst>
            </p:cNvPr>
            <p:cNvCxnSpPr>
              <a:cxnSpLocks/>
            </p:cNvCxnSpPr>
            <p:nvPr/>
          </p:nvCxnSpPr>
          <p:spPr>
            <a:xfrm>
              <a:off x="2962275" y="2578294"/>
              <a:ext cx="53340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F8B31F2-95A9-A596-7591-6101371E4602}"/>
              </a:ext>
            </a:extLst>
          </p:cNvPr>
          <p:cNvCxnSpPr>
            <a:cxnSpLocks/>
            <a:stCxn id="35" idx="2"/>
            <a:endCxn id="6" idx="1"/>
          </p:cNvCxnSpPr>
          <p:nvPr/>
        </p:nvCxnSpPr>
        <p:spPr>
          <a:xfrm>
            <a:off x="1509714" y="1419224"/>
            <a:ext cx="1681159" cy="231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2E3DD31-7F46-78B7-8959-BCDF068E8FF9}"/>
              </a:ext>
            </a:extLst>
          </p:cNvPr>
          <p:cNvSpPr txBox="1"/>
          <p:nvPr/>
        </p:nvSpPr>
        <p:spPr>
          <a:xfrm>
            <a:off x="1042990" y="1049892"/>
            <a:ext cx="933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48 pt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F9EFA-9A69-EEDD-F241-E398FB7EEA13}"/>
              </a:ext>
            </a:extLst>
          </p:cNvPr>
          <p:cNvSpPr txBox="1"/>
          <p:nvPr/>
        </p:nvSpPr>
        <p:spPr>
          <a:xfrm>
            <a:off x="3190873" y="1466509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13</a:t>
            </a:r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964DE4-6665-DB47-30CE-D764B8EBEC14}"/>
              </a:ext>
            </a:extLst>
          </p:cNvPr>
          <p:cNvSpPr txBox="1"/>
          <p:nvPr/>
        </p:nvSpPr>
        <p:spPr>
          <a:xfrm>
            <a:off x="3467097" y="2040649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948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97458C-4601-8DC7-B8EC-DD8D48DC4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227" y="466567"/>
            <a:ext cx="2705478" cy="226726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20056A-6BEB-1B21-1984-A8664F091436}"/>
              </a:ext>
            </a:extLst>
          </p:cNvPr>
          <p:cNvSpPr/>
          <p:nvPr/>
        </p:nvSpPr>
        <p:spPr>
          <a:xfrm>
            <a:off x="1610752" y="1926077"/>
            <a:ext cx="1161428" cy="97276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C1EEA7-9CE8-A7CB-48B3-1F4F69E82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656" y="380574"/>
            <a:ext cx="3172268" cy="30484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620FBC1-EF1F-F445-AF89-DFAE4E9F697A}"/>
              </a:ext>
            </a:extLst>
          </p:cNvPr>
          <p:cNvSpPr/>
          <p:nvPr/>
        </p:nvSpPr>
        <p:spPr>
          <a:xfrm>
            <a:off x="5154052" y="706877"/>
            <a:ext cx="1161428" cy="97276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942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212504-EC9D-8B8D-7448-3C6E0FB1D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1" y="899894"/>
            <a:ext cx="4706007" cy="3134162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7C74DA4-4C2E-D550-8BCD-3E633EF2F95E}"/>
              </a:ext>
            </a:extLst>
          </p:cNvPr>
          <p:cNvCxnSpPr>
            <a:cxnSpLocks/>
          </p:cNvCxnSpPr>
          <p:nvPr/>
        </p:nvCxnSpPr>
        <p:spPr>
          <a:xfrm flipH="1">
            <a:off x="1581150" y="1060450"/>
            <a:ext cx="2806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35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27C688-FD14-8D1D-6D1F-858ED926560B}"/>
              </a:ext>
            </a:extLst>
          </p:cNvPr>
          <p:cNvSpPr/>
          <p:nvPr/>
        </p:nvSpPr>
        <p:spPr>
          <a:xfrm>
            <a:off x="6515100" y="4025900"/>
            <a:ext cx="2254250" cy="2165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C57248D-04E3-F538-F7C6-3C39DC9A0209}"/>
              </a:ext>
            </a:extLst>
          </p:cNvPr>
          <p:cNvSpPr/>
          <p:nvPr/>
        </p:nvSpPr>
        <p:spPr>
          <a:xfrm>
            <a:off x="7277100" y="4752975"/>
            <a:ext cx="73025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326901E-5FBE-1868-3DEE-D8C7F917888F}"/>
              </a:ext>
            </a:extLst>
          </p:cNvPr>
          <p:cNvCxnSpPr/>
          <p:nvPr/>
        </p:nvCxnSpPr>
        <p:spPr>
          <a:xfrm>
            <a:off x="6515100" y="2184915"/>
            <a:ext cx="22542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E327F1E-2041-CC52-8A28-CB5DCE5BC9B5}"/>
              </a:ext>
            </a:extLst>
          </p:cNvPr>
          <p:cNvCxnSpPr>
            <a:cxnSpLocks/>
          </p:cNvCxnSpPr>
          <p:nvPr/>
        </p:nvCxnSpPr>
        <p:spPr>
          <a:xfrm>
            <a:off x="4238625" y="4098925"/>
            <a:ext cx="0" cy="21653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7A4E64-7743-4616-7C7C-EA5489A16A9F}"/>
              </a:ext>
            </a:extLst>
          </p:cNvPr>
          <p:cNvSpPr txBox="1"/>
          <p:nvPr/>
        </p:nvSpPr>
        <p:spPr>
          <a:xfrm>
            <a:off x="7454900" y="1752600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A78A63-764F-1F80-D73C-4015F3BD1F0D}"/>
              </a:ext>
            </a:extLst>
          </p:cNvPr>
          <p:cNvSpPr txBox="1"/>
          <p:nvPr/>
        </p:nvSpPr>
        <p:spPr>
          <a:xfrm>
            <a:off x="3714750" y="4885293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E1D33E-28EC-34B3-6EAD-1777E8885D6B}"/>
              </a:ext>
            </a:extLst>
          </p:cNvPr>
          <p:cNvSpPr/>
          <p:nvPr/>
        </p:nvSpPr>
        <p:spPr>
          <a:xfrm>
            <a:off x="3638551" y="1457325"/>
            <a:ext cx="2876549" cy="256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텍스트 박스 위치</a:t>
            </a:r>
          </a:p>
        </p:txBody>
      </p:sp>
    </p:spTree>
    <p:extLst>
      <p:ext uri="{BB962C8B-B14F-4D97-AF65-F5344CB8AC3E}">
        <p14:creationId xmlns:p14="http://schemas.microsoft.com/office/powerpoint/2010/main" val="49533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484180-163C-6CB1-1C68-239AA6F3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966444"/>
            <a:ext cx="8268854" cy="492511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B5EBDC9-A12B-0518-4BB5-F3624F735A3A}"/>
              </a:ext>
            </a:extLst>
          </p:cNvPr>
          <p:cNvSpPr/>
          <p:nvPr/>
        </p:nvSpPr>
        <p:spPr>
          <a:xfrm>
            <a:off x="2609850" y="2305049"/>
            <a:ext cx="476250" cy="409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46DB5F-3FB5-7ADC-21F4-C4783E1A96BA}"/>
              </a:ext>
            </a:extLst>
          </p:cNvPr>
          <p:cNvSpPr/>
          <p:nvPr/>
        </p:nvSpPr>
        <p:spPr>
          <a:xfrm>
            <a:off x="5353050" y="2305048"/>
            <a:ext cx="476250" cy="409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4D3F46-6D0E-C49F-B7E8-FC2749712AEB}"/>
              </a:ext>
            </a:extLst>
          </p:cNvPr>
          <p:cNvSpPr/>
          <p:nvPr/>
        </p:nvSpPr>
        <p:spPr>
          <a:xfrm>
            <a:off x="5924550" y="4057649"/>
            <a:ext cx="476250" cy="409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EA7E25-2843-F196-4C38-1339F0733EAD}"/>
              </a:ext>
            </a:extLst>
          </p:cNvPr>
          <p:cNvSpPr/>
          <p:nvPr/>
        </p:nvSpPr>
        <p:spPr>
          <a:xfrm>
            <a:off x="8210550" y="3714749"/>
            <a:ext cx="476250" cy="409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450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503844-31E7-D433-C565-70992C3A5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38" y="2142945"/>
            <a:ext cx="5544324" cy="257210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1645A57-4AE8-6016-8A4C-633893E091FE}"/>
              </a:ext>
            </a:extLst>
          </p:cNvPr>
          <p:cNvCxnSpPr>
            <a:cxnSpLocks/>
          </p:cNvCxnSpPr>
          <p:nvPr/>
        </p:nvCxnSpPr>
        <p:spPr>
          <a:xfrm>
            <a:off x="3842426" y="2714017"/>
            <a:ext cx="1243924" cy="6038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4E22D61-891F-186A-0401-40E1ADA6D14C}"/>
              </a:ext>
            </a:extLst>
          </p:cNvPr>
          <p:cNvCxnSpPr>
            <a:cxnSpLocks/>
          </p:cNvCxnSpPr>
          <p:nvPr/>
        </p:nvCxnSpPr>
        <p:spPr>
          <a:xfrm flipV="1">
            <a:off x="5086350" y="2714017"/>
            <a:ext cx="2625725" cy="6038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4BA1E34-7D80-143F-065E-4E9E89D05716}"/>
              </a:ext>
            </a:extLst>
          </p:cNvPr>
          <p:cNvCxnSpPr>
            <a:cxnSpLocks/>
          </p:cNvCxnSpPr>
          <p:nvPr/>
        </p:nvCxnSpPr>
        <p:spPr>
          <a:xfrm>
            <a:off x="5086350" y="3317875"/>
            <a:ext cx="739775" cy="368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179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94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사용자 첨부 파일">
            <a:extLst>
              <a:ext uri="{FF2B5EF4-FFF2-40B4-BE49-F238E27FC236}">
                <a16:creationId xmlns:a16="http://schemas.microsoft.com/office/drawing/2014/main" id="{B8BDC3B5-5791-05D5-330D-BF4731C7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627" y="1523734"/>
            <a:ext cx="6058746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84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6B48-9D3E-DECD-BCA9-E7BE0D16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EBA577D-FDC9-0ED2-84E3-310061CBAB43}"/>
              </a:ext>
            </a:extLst>
          </p:cNvPr>
          <p:cNvSpPr/>
          <p:nvPr/>
        </p:nvSpPr>
        <p:spPr>
          <a:xfrm>
            <a:off x="6096000" y="35242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83820-DC41-F543-3E0B-557CD5258730}"/>
              </a:ext>
            </a:extLst>
          </p:cNvPr>
          <p:cNvSpPr txBox="1"/>
          <p:nvPr/>
        </p:nvSpPr>
        <p:spPr>
          <a:xfrm>
            <a:off x="4248150" y="3149084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초기 상태 </a:t>
            </a:r>
            <a:r>
              <a:rPr lang="en-US" altLang="ko-KR"/>
              <a:t>: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481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431290F-EAF5-F0EE-C284-E5DC15D83AD2}"/>
              </a:ext>
            </a:extLst>
          </p:cNvPr>
          <p:cNvSpPr/>
          <p:nvPr/>
        </p:nvSpPr>
        <p:spPr>
          <a:xfrm>
            <a:off x="167640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073EF75-9653-2E7D-26C2-2B4943254C84}"/>
              </a:ext>
            </a:extLst>
          </p:cNvPr>
          <p:cNvSpPr/>
          <p:nvPr/>
        </p:nvSpPr>
        <p:spPr>
          <a:xfrm>
            <a:off x="657225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2045013-59C0-4853-64D5-68908258FE27}"/>
              </a:ext>
            </a:extLst>
          </p:cNvPr>
          <p:cNvCxnSpPr>
            <a:stCxn id="10" idx="3"/>
            <a:endCxn id="47" idx="1"/>
          </p:cNvCxnSpPr>
          <p:nvPr/>
        </p:nvCxnSpPr>
        <p:spPr>
          <a:xfrm>
            <a:off x="3181350" y="3429000"/>
            <a:ext cx="3390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10ADCCCE-A254-AB24-D18A-BD0CF149AFA6}"/>
              </a:ext>
            </a:extLst>
          </p:cNvPr>
          <p:cNvSpPr/>
          <p:nvPr/>
        </p:nvSpPr>
        <p:spPr>
          <a:xfrm rot="5400000">
            <a:off x="6329362" y="3314700"/>
            <a:ext cx="238125" cy="22860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A10B8B-D34F-A3D0-83ED-00C1A06C72A1}"/>
              </a:ext>
            </a:extLst>
          </p:cNvPr>
          <p:cNvSpPr txBox="1"/>
          <p:nvPr/>
        </p:nvSpPr>
        <p:spPr>
          <a:xfrm>
            <a:off x="340042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</a:t>
            </a:r>
            <a:r>
              <a:rPr lang="en-US" altLang="ko-KR">
                <a:solidFill>
                  <a:srgbClr val="FF0000"/>
                </a:solidFill>
              </a:rPr>
              <a:t>en</a:t>
            </a:r>
            <a:r>
              <a:rPr lang="en-US" altLang="ko-KR"/>
              <a:t>]</a:t>
            </a:r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288DFA-476B-E994-0384-9B7C438412EE}"/>
              </a:ext>
            </a:extLst>
          </p:cNvPr>
          <p:cNvSpPr txBox="1"/>
          <p:nvPr/>
        </p:nvSpPr>
        <p:spPr>
          <a:xfrm>
            <a:off x="829627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[G1, G2]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947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101E-B907-A168-B797-A3B0B6DE4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2BA301F-DCDB-9B2D-7C7F-F20C6BDC4A26}"/>
              </a:ext>
            </a:extLst>
          </p:cNvPr>
          <p:cNvSpPr/>
          <p:nvPr/>
        </p:nvSpPr>
        <p:spPr>
          <a:xfrm>
            <a:off x="167640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F7F8EB6-7A9E-D9DB-22C0-D92F4E1650A7}"/>
              </a:ext>
            </a:extLst>
          </p:cNvPr>
          <p:cNvSpPr/>
          <p:nvPr/>
        </p:nvSpPr>
        <p:spPr>
          <a:xfrm>
            <a:off x="657225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G1_out</a:t>
            </a:r>
            <a:r>
              <a:rPr lang="ko-KR" altLang="en-US" sz="1500">
                <a:solidFill>
                  <a:srgbClr val="FF0000"/>
                </a:solidFill>
              </a:rPr>
              <a:t> </a:t>
            </a:r>
            <a:r>
              <a:rPr lang="en-US" altLang="ko-KR" sz="1500">
                <a:solidFill>
                  <a:srgbClr val="FF0000"/>
                </a:solidFill>
              </a:rPr>
              <a:t>:</a:t>
            </a:r>
            <a:r>
              <a:rPr lang="ko-KR" altLang="en-US" sz="1500">
                <a:solidFill>
                  <a:srgbClr val="FF0000"/>
                </a:solidFill>
              </a:rPr>
              <a:t> </a:t>
            </a:r>
            <a:r>
              <a:rPr lang="en-US" altLang="ko-KR" sz="1500">
                <a:solidFill>
                  <a:srgbClr val="FF0000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7ADDCFF-99CC-015A-265A-6E3D23194C42}"/>
              </a:ext>
            </a:extLst>
          </p:cNvPr>
          <p:cNvCxnSpPr>
            <a:stCxn id="10" idx="3"/>
            <a:endCxn id="47" idx="1"/>
          </p:cNvCxnSpPr>
          <p:nvPr/>
        </p:nvCxnSpPr>
        <p:spPr>
          <a:xfrm>
            <a:off x="3181350" y="3429000"/>
            <a:ext cx="3390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8E77CE46-927F-DC51-8D43-64086A5126FB}"/>
              </a:ext>
            </a:extLst>
          </p:cNvPr>
          <p:cNvSpPr/>
          <p:nvPr/>
        </p:nvSpPr>
        <p:spPr>
          <a:xfrm rot="5400000">
            <a:off x="6329362" y="3314700"/>
            <a:ext cx="238125" cy="22860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21D9B0-820B-B1E8-7081-E557B9A23E97}"/>
              </a:ext>
            </a:extLst>
          </p:cNvPr>
          <p:cNvSpPr txBox="1"/>
          <p:nvPr/>
        </p:nvSpPr>
        <p:spPr>
          <a:xfrm>
            <a:off x="340042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</a:t>
            </a:r>
            <a:r>
              <a:rPr lang="en-US" altLang="ko-KR">
                <a:solidFill>
                  <a:srgbClr val="FF0000"/>
                </a:solidFill>
              </a:rPr>
              <a:t>G1</a:t>
            </a:r>
            <a:r>
              <a:rPr lang="en-US" altLang="ko-KR"/>
              <a:t>, G2]</a:t>
            </a:r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6BCF25-2177-4087-F70A-B76B49348FF5}"/>
              </a:ext>
            </a:extLst>
          </p:cNvPr>
          <p:cNvSpPr txBox="1"/>
          <p:nvPr/>
        </p:nvSpPr>
        <p:spPr>
          <a:xfrm>
            <a:off x="829627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[G2]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482B5-BBE7-EB5E-C4DB-75B9FE07C258}"/>
              </a:ext>
            </a:extLst>
          </p:cNvPr>
          <p:cNvSpPr txBox="1"/>
          <p:nvPr/>
        </p:nvSpPr>
        <p:spPr>
          <a:xfrm>
            <a:off x="8496300" y="3095625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불변</a:t>
            </a:r>
            <a:r>
              <a:rPr lang="en-US" altLang="ko-KR"/>
              <a:t>, Queue</a:t>
            </a:r>
            <a:r>
              <a:rPr lang="ko-KR" altLang="en-US"/>
              <a:t>에 </a:t>
            </a:r>
            <a:r>
              <a:rPr lang="en-US" altLang="ko-KR"/>
              <a:t>push</a:t>
            </a:r>
            <a:r>
              <a:rPr lang="ko-KR" altLang="en-US"/>
              <a:t> </a:t>
            </a:r>
            <a:r>
              <a:rPr lang="en-US" altLang="ko-KR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03004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171F-6C86-9563-9B14-59CC84C0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6C1B8B-A6D4-8814-B6BF-3E54A4D92244}"/>
              </a:ext>
            </a:extLst>
          </p:cNvPr>
          <p:cNvSpPr/>
          <p:nvPr/>
        </p:nvSpPr>
        <p:spPr>
          <a:xfrm>
            <a:off x="167640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647E743-778A-6A54-1FB4-00947C877AD3}"/>
              </a:ext>
            </a:extLst>
          </p:cNvPr>
          <p:cNvSpPr/>
          <p:nvPr/>
        </p:nvSpPr>
        <p:spPr>
          <a:xfrm>
            <a:off x="657225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64A7639-D738-620C-CC91-5301BD2C47E6}"/>
              </a:ext>
            </a:extLst>
          </p:cNvPr>
          <p:cNvCxnSpPr>
            <a:stCxn id="10" idx="3"/>
            <a:endCxn id="47" idx="1"/>
          </p:cNvCxnSpPr>
          <p:nvPr/>
        </p:nvCxnSpPr>
        <p:spPr>
          <a:xfrm>
            <a:off x="3181350" y="3429000"/>
            <a:ext cx="3390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B6B24F4A-AC88-3C6D-9352-C8B226B7DE3B}"/>
              </a:ext>
            </a:extLst>
          </p:cNvPr>
          <p:cNvSpPr/>
          <p:nvPr/>
        </p:nvSpPr>
        <p:spPr>
          <a:xfrm rot="5400000">
            <a:off x="6329362" y="3314700"/>
            <a:ext cx="238125" cy="22860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C4206D-067C-1BBA-7327-A67823CE3DD9}"/>
              </a:ext>
            </a:extLst>
          </p:cNvPr>
          <p:cNvSpPr txBox="1"/>
          <p:nvPr/>
        </p:nvSpPr>
        <p:spPr>
          <a:xfrm>
            <a:off x="340042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</a:t>
            </a:r>
            <a:r>
              <a:rPr lang="en-US" altLang="ko-KR">
                <a:solidFill>
                  <a:srgbClr val="FF0000"/>
                </a:solidFill>
              </a:rPr>
              <a:t>G2</a:t>
            </a:r>
            <a:r>
              <a:rPr lang="en-US" altLang="ko-KR"/>
              <a:t>]</a:t>
            </a:r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86F780-BCC1-2BF4-3104-396833EC1D5E}"/>
              </a:ext>
            </a:extLst>
          </p:cNvPr>
          <p:cNvSpPr txBox="1"/>
          <p:nvPr/>
        </p:nvSpPr>
        <p:spPr>
          <a:xfrm>
            <a:off x="829627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[G4]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882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FA08-5D47-BC64-06AF-CA5D0170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B8A30D8-0632-19F1-2A59-40916F912F50}"/>
              </a:ext>
            </a:extLst>
          </p:cNvPr>
          <p:cNvSpPr/>
          <p:nvPr/>
        </p:nvSpPr>
        <p:spPr>
          <a:xfrm>
            <a:off x="167640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0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1380169-F40D-C2D0-AF00-6549DA74D933}"/>
              </a:ext>
            </a:extLst>
          </p:cNvPr>
          <p:cNvSpPr/>
          <p:nvPr/>
        </p:nvSpPr>
        <p:spPr>
          <a:xfrm>
            <a:off x="657225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G1_in_1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G3_in_2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G4_out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Q’ : 1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3BAF25D-40BC-FA72-2B89-E977041E746A}"/>
              </a:ext>
            </a:extLst>
          </p:cNvPr>
          <p:cNvCxnSpPr>
            <a:stCxn id="10" idx="3"/>
            <a:endCxn id="47" idx="1"/>
          </p:cNvCxnSpPr>
          <p:nvPr/>
        </p:nvCxnSpPr>
        <p:spPr>
          <a:xfrm>
            <a:off x="3181350" y="3429000"/>
            <a:ext cx="3390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83D7DA0C-88AA-46E6-F8C0-EC874FFE8E07}"/>
              </a:ext>
            </a:extLst>
          </p:cNvPr>
          <p:cNvSpPr/>
          <p:nvPr/>
        </p:nvSpPr>
        <p:spPr>
          <a:xfrm rot="5400000">
            <a:off x="6329362" y="3314700"/>
            <a:ext cx="238125" cy="22860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372683-119D-590B-D2D7-10363460371A}"/>
              </a:ext>
            </a:extLst>
          </p:cNvPr>
          <p:cNvSpPr txBox="1"/>
          <p:nvPr/>
        </p:nvSpPr>
        <p:spPr>
          <a:xfrm>
            <a:off x="340042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</a:t>
            </a:r>
            <a:r>
              <a:rPr lang="en-US" altLang="ko-KR">
                <a:solidFill>
                  <a:srgbClr val="FF0000"/>
                </a:solidFill>
              </a:rPr>
              <a:t>G4</a:t>
            </a:r>
            <a:r>
              <a:rPr lang="en-US" altLang="ko-KR"/>
              <a:t>]</a:t>
            </a:r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FDDC78-9569-D1C4-B68C-437406783760}"/>
              </a:ext>
            </a:extLst>
          </p:cNvPr>
          <p:cNvSpPr txBox="1"/>
          <p:nvPr/>
        </p:nvSpPr>
        <p:spPr>
          <a:xfrm>
            <a:off x="829627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[G1, G3]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7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8603-7EAA-1E2E-97BF-020495B2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2C03903-F4B7-4A4B-6D1C-EAC0CC9EFE21}"/>
              </a:ext>
            </a:extLst>
          </p:cNvPr>
          <p:cNvSpPr/>
          <p:nvPr/>
        </p:nvSpPr>
        <p:spPr>
          <a:xfrm>
            <a:off x="167640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G1_in_1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1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4E587F-ABD9-302D-6DED-DD05E874FC66}"/>
              </a:ext>
            </a:extLst>
          </p:cNvPr>
          <p:cNvSpPr/>
          <p:nvPr/>
        </p:nvSpPr>
        <p:spPr>
          <a:xfrm>
            <a:off x="657225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G1_in_1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G1_out</a:t>
            </a:r>
            <a:r>
              <a:rPr lang="ko-KR" altLang="en-US" sz="1500">
                <a:solidFill>
                  <a:srgbClr val="FF0000"/>
                </a:solidFill>
              </a:rPr>
              <a:t> </a:t>
            </a:r>
            <a:r>
              <a:rPr lang="en-US" altLang="ko-KR" sz="1500">
                <a:solidFill>
                  <a:srgbClr val="FF0000"/>
                </a:solidFill>
              </a:rPr>
              <a:t>:</a:t>
            </a:r>
            <a:r>
              <a:rPr lang="ko-KR" altLang="en-US" sz="1500">
                <a:solidFill>
                  <a:srgbClr val="FF0000"/>
                </a:solidFill>
              </a:rPr>
              <a:t> </a:t>
            </a:r>
            <a:r>
              <a:rPr lang="en-US" altLang="ko-KR" sz="1500">
                <a:solidFill>
                  <a:srgbClr val="FF0000"/>
                </a:solidFill>
              </a:rPr>
              <a:t>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G3_in_1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1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B110388-3098-85B3-B382-2B17193436C9}"/>
              </a:ext>
            </a:extLst>
          </p:cNvPr>
          <p:cNvCxnSpPr>
            <a:stCxn id="10" idx="3"/>
            <a:endCxn id="47" idx="1"/>
          </p:cNvCxnSpPr>
          <p:nvPr/>
        </p:nvCxnSpPr>
        <p:spPr>
          <a:xfrm>
            <a:off x="3181350" y="3429000"/>
            <a:ext cx="33909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CC518AB4-3C41-33AB-B1BC-F58C1B678A20}"/>
              </a:ext>
            </a:extLst>
          </p:cNvPr>
          <p:cNvSpPr/>
          <p:nvPr/>
        </p:nvSpPr>
        <p:spPr>
          <a:xfrm rot="5400000">
            <a:off x="6329362" y="3314700"/>
            <a:ext cx="238125" cy="22860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9E20AB-8A67-7C2E-1E65-77C187B3CC52}"/>
              </a:ext>
            </a:extLst>
          </p:cNvPr>
          <p:cNvSpPr txBox="1"/>
          <p:nvPr/>
        </p:nvSpPr>
        <p:spPr>
          <a:xfrm>
            <a:off x="340042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</a:t>
            </a:r>
            <a:r>
              <a:rPr lang="en-US" altLang="ko-KR">
                <a:solidFill>
                  <a:srgbClr val="FF0000"/>
                </a:solidFill>
              </a:rPr>
              <a:t>G1</a:t>
            </a:r>
            <a:r>
              <a:rPr lang="en-US" altLang="ko-KR"/>
              <a:t>, G3]</a:t>
            </a:r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936D2A-2E81-8A78-7254-AE21FCE86768}"/>
              </a:ext>
            </a:extLst>
          </p:cNvPr>
          <p:cNvSpPr txBox="1"/>
          <p:nvPr/>
        </p:nvSpPr>
        <p:spPr>
          <a:xfrm>
            <a:off x="829627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[G3]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52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44610-8200-DECF-2B3B-FD607FF4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551CA3A-B0FD-6509-C8E1-FB6B1E0AE698}"/>
              </a:ext>
            </a:extLst>
          </p:cNvPr>
          <p:cNvSpPr/>
          <p:nvPr/>
        </p:nvSpPr>
        <p:spPr>
          <a:xfrm>
            <a:off x="1676400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G3_in_1 : 0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G3_in_2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1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BC930F2-6F12-0BE4-C2BB-035B6E60434E}"/>
              </a:ext>
            </a:extLst>
          </p:cNvPr>
          <p:cNvSpPr/>
          <p:nvPr/>
        </p:nvSpPr>
        <p:spPr>
          <a:xfrm>
            <a:off x="6562725" y="44767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G3_in_1 : 0</a:t>
            </a:r>
          </a:p>
          <a:p>
            <a:pPr algn="ctr"/>
            <a:r>
              <a:rPr lang="en-US" altLang="ko-KR" sz="1500">
                <a:solidFill>
                  <a:srgbClr val="0000FF"/>
                </a:solidFill>
              </a:rPr>
              <a:t>G3_in_2 : 1</a:t>
            </a: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rgbClr val="FF0000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1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E3B1101-22DD-6926-649F-87FA6FBB4BDD}"/>
              </a:ext>
            </a:extLst>
          </p:cNvPr>
          <p:cNvCxnSpPr>
            <a:stCxn id="10" idx="3"/>
            <a:endCxn id="47" idx="1"/>
          </p:cNvCxnSpPr>
          <p:nvPr/>
        </p:nvCxnSpPr>
        <p:spPr>
          <a:xfrm>
            <a:off x="3181350" y="3429000"/>
            <a:ext cx="3381375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이등변 삼각형 56">
            <a:extLst>
              <a:ext uri="{FF2B5EF4-FFF2-40B4-BE49-F238E27FC236}">
                <a16:creationId xmlns:a16="http://schemas.microsoft.com/office/drawing/2014/main" id="{7D5C3E27-921E-44CA-CCAC-C838A968371E}"/>
              </a:ext>
            </a:extLst>
          </p:cNvPr>
          <p:cNvSpPr/>
          <p:nvPr/>
        </p:nvSpPr>
        <p:spPr>
          <a:xfrm rot="5400000">
            <a:off x="6329362" y="3314700"/>
            <a:ext cx="238125" cy="22860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0BE8BD-F11D-F1D0-7411-3329AE497975}"/>
              </a:ext>
            </a:extLst>
          </p:cNvPr>
          <p:cNvSpPr txBox="1"/>
          <p:nvPr/>
        </p:nvSpPr>
        <p:spPr>
          <a:xfrm>
            <a:off x="340042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</a:t>
            </a:r>
            <a:r>
              <a:rPr lang="en-US" altLang="ko-KR">
                <a:solidFill>
                  <a:srgbClr val="FF0000"/>
                </a:solidFill>
              </a:rPr>
              <a:t>G3</a:t>
            </a:r>
            <a:r>
              <a:rPr lang="en-US" altLang="ko-KR"/>
              <a:t>]</a:t>
            </a:r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22816E-583A-9950-1B32-94943DCED5BD}"/>
              </a:ext>
            </a:extLst>
          </p:cNvPr>
          <p:cNvSpPr txBox="1"/>
          <p:nvPr/>
        </p:nvSpPr>
        <p:spPr>
          <a:xfrm>
            <a:off x="8296275" y="447675"/>
            <a:ext cx="295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Queue : []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0E606-DED4-E9D1-9F87-D28F69402174}"/>
              </a:ext>
            </a:extLst>
          </p:cNvPr>
          <p:cNvSpPr txBox="1"/>
          <p:nvPr/>
        </p:nvSpPr>
        <p:spPr>
          <a:xfrm>
            <a:off x="8496300" y="3095625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불변</a:t>
            </a:r>
            <a:r>
              <a:rPr lang="en-US" altLang="ko-KR"/>
              <a:t>, Queue</a:t>
            </a:r>
            <a:r>
              <a:rPr lang="ko-KR" altLang="en-US"/>
              <a:t>에 </a:t>
            </a:r>
            <a:r>
              <a:rPr lang="en-US" altLang="ko-KR"/>
              <a:t>push</a:t>
            </a:r>
            <a:r>
              <a:rPr lang="ko-KR" altLang="en-US"/>
              <a:t> </a:t>
            </a:r>
            <a:r>
              <a:rPr lang="en-US" altLang="ko-KR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48545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C66F-EA69-5C04-FB5B-4F75A88C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FE61E2F-BFE8-E736-621D-32A1314F74AC}"/>
              </a:ext>
            </a:extLst>
          </p:cNvPr>
          <p:cNvSpPr/>
          <p:nvPr/>
        </p:nvSpPr>
        <p:spPr>
          <a:xfrm>
            <a:off x="6096000" y="352425"/>
            <a:ext cx="1504950" cy="5962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>
                <a:solidFill>
                  <a:schemeClr val="tx1"/>
                </a:solidFill>
              </a:rPr>
              <a:t>J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en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K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G1_out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:</a:t>
            </a:r>
            <a:r>
              <a:rPr lang="ko-KR" altLang="en-US" sz="1500">
                <a:solidFill>
                  <a:schemeClr val="tx1"/>
                </a:solidFill>
              </a:rPr>
              <a:t> </a:t>
            </a:r>
            <a:r>
              <a:rPr lang="en-US" altLang="ko-KR" sz="1500">
                <a:solidFill>
                  <a:schemeClr val="tx1"/>
                </a:solidFill>
              </a:rPr>
              <a:t>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G2_in_3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G2_out : 0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G3_in_1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G3_in_2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G3_out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G4_in_1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G4_in_2 : 0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G4_out : 1</a:t>
            </a:r>
          </a:p>
          <a:p>
            <a:pPr algn="ctr"/>
            <a:endParaRPr lang="en-US" altLang="ko-KR" sz="1500">
              <a:solidFill>
                <a:schemeClr val="tx1"/>
              </a:solidFill>
            </a:endParaRP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 : 1</a:t>
            </a:r>
          </a:p>
          <a:p>
            <a:pPr algn="ctr"/>
            <a:r>
              <a:rPr lang="en-US" altLang="ko-KR" sz="1500">
                <a:solidFill>
                  <a:schemeClr val="tx1"/>
                </a:solidFill>
              </a:rPr>
              <a:t>Q’ :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CBA06-5A9A-6199-A2BB-E5FE47ABAEBD}"/>
              </a:ext>
            </a:extLst>
          </p:cNvPr>
          <p:cNvSpPr txBox="1"/>
          <p:nvPr/>
        </p:nvSpPr>
        <p:spPr>
          <a:xfrm>
            <a:off x="4248150" y="3149084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최종 상태 </a:t>
            </a:r>
            <a:r>
              <a:rPr lang="en-US" altLang="ko-KR"/>
              <a:t>: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063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06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1632</Words>
  <Application>Microsoft Office PowerPoint</Application>
  <PresentationFormat>와이드스크린</PresentationFormat>
  <Paragraphs>403</Paragraphs>
  <Slides>32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유준 오</dc:creator>
  <cp:lastModifiedBy>유준 오</cp:lastModifiedBy>
  <cp:revision>6</cp:revision>
  <dcterms:created xsi:type="dcterms:W3CDTF">2026-07-21T02:36:13Z</dcterms:created>
  <dcterms:modified xsi:type="dcterms:W3CDTF">2026-07-28T14:14:15Z</dcterms:modified>
</cp:coreProperties>
</file>